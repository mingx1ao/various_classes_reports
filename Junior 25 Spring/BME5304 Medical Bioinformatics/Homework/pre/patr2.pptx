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267" r:id="rId2"/>
    <p:sldId id="260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69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过渡页" id="{255FA83B-1C12-40C6-B414-038CF2130AE8}">
          <p14:sldIdLst>
            <p14:sldId id="267"/>
          </p14:sldIdLst>
        </p14:section>
        <p14:section name="内页" id="{C6D91BFE-80F2-473C-AE71-1EA12DA3CD92}">
          <p14:sldIdLst>
            <p14:sldId id="260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封底" id="{2E025735-C41C-4ED5-94AB-BFCE16B95C4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34" userDrawn="1">
          <p15:clr>
            <a:srgbClr val="A4A3A4"/>
          </p15:clr>
        </p15:guide>
        <p15:guide id="4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E32F2-B2D0-4F0F-9429-7F1ADB0D90FC}" v="221" dt="2025-05-18T11:56:07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3" autoAdjust="0"/>
    <p:restoredTop sz="94643" autoAdjust="0"/>
  </p:normalViewPr>
  <p:slideViewPr>
    <p:cSldViewPr snapToGrid="0">
      <p:cViewPr varScale="1">
        <p:scale>
          <a:sx n="84" d="100"/>
          <a:sy n="84" d="100"/>
        </p:scale>
        <p:origin x="566" y="48"/>
      </p:cViewPr>
      <p:guideLst>
        <p:guide pos="3840"/>
        <p:guide pos="2434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 showGuides="1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Ming" userId="d50fc9fa-fab7-4f03-8e16-d8e9eb183fe5" providerId="ADAL" clId="{AA8E32F2-B2D0-4F0F-9429-7F1ADB0D90FC}"/>
    <pc:docChg chg="undo redo custSel addSld delSld modSld modMainMaster addSection delSection modSection">
      <pc:chgData name="XiaoMing" userId="d50fc9fa-fab7-4f03-8e16-d8e9eb183fe5" providerId="ADAL" clId="{AA8E32F2-B2D0-4F0F-9429-7F1ADB0D90FC}" dt="2025-05-18T12:02:55.121" v="5035" actId="1076"/>
      <pc:docMkLst>
        <pc:docMk/>
      </pc:docMkLst>
      <pc:sldChg chg="modSp add del mod modTransition setBg">
        <pc:chgData name="XiaoMing" userId="d50fc9fa-fab7-4f03-8e16-d8e9eb183fe5" providerId="ADAL" clId="{AA8E32F2-B2D0-4F0F-9429-7F1ADB0D90FC}" dt="2025-05-18T07:26:36.392" v="1362" actId="47"/>
        <pc:sldMkLst>
          <pc:docMk/>
          <pc:sldMk cId="1775699484" sldId="256"/>
        </pc:sldMkLst>
        <pc:spChg chg="mod">
          <ac:chgData name="XiaoMing" userId="d50fc9fa-fab7-4f03-8e16-d8e9eb183fe5" providerId="ADAL" clId="{AA8E32F2-B2D0-4F0F-9429-7F1ADB0D90FC}" dt="2025-05-18T07:26:27.247" v="1338" actId="947"/>
          <ac:spMkLst>
            <pc:docMk/>
            <pc:sldMk cId="1775699484" sldId="256"/>
            <ac:spMk id="7" creationId="{F6BB09A2-83FD-4A07-90C3-B7A12C3904A2}"/>
          </ac:spMkLst>
        </pc:spChg>
        <pc:spChg chg="mod">
          <ac:chgData name="XiaoMing" userId="d50fc9fa-fab7-4f03-8e16-d8e9eb183fe5" providerId="ADAL" clId="{AA8E32F2-B2D0-4F0F-9429-7F1ADB0D90FC}" dt="2025-05-18T07:26:27.250" v="1340" actId="947"/>
          <ac:spMkLst>
            <pc:docMk/>
            <pc:sldMk cId="1775699484" sldId="256"/>
            <ac:spMk id="8" creationId="{2D7AF90E-A9D7-45E6-B33C-34F4E5541A1F}"/>
          </ac:spMkLst>
        </pc:spChg>
        <pc:spChg chg="mod">
          <ac:chgData name="XiaoMing" userId="d50fc9fa-fab7-4f03-8e16-d8e9eb183fe5" providerId="ADAL" clId="{AA8E32F2-B2D0-4F0F-9429-7F1ADB0D90FC}" dt="2025-05-18T07:26:27.252" v="1342" actId="947"/>
          <ac:spMkLst>
            <pc:docMk/>
            <pc:sldMk cId="1775699484" sldId="256"/>
            <ac:spMk id="15" creationId="{0F3DDA85-E930-42B3-BEE0-BC34F528F90E}"/>
          </ac:spMkLst>
        </pc:spChg>
        <pc:spChg chg="mod">
          <ac:chgData name="XiaoMing" userId="d50fc9fa-fab7-4f03-8e16-d8e9eb183fe5" providerId="ADAL" clId="{AA8E32F2-B2D0-4F0F-9429-7F1ADB0D90FC}" dt="2025-05-18T07:26:27.254" v="1344" actId="947"/>
          <ac:spMkLst>
            <pc:docMk/>
            <pc:sldMk cId="1775699484" sldId="256"/>
            <ac:spMk id="16" creationId="{64441057-8B1E-4AF3-B991-0000400E27EF}"/>
          </ac:spMkLst>
        </pc:spChg>
        <pc:spChg chg="mod">
          <ac:chgData name="XiaoMing" userId="d50fc9fa-fab7-4f03-8e16-d8e9eb183fe5" providerId="ADAL" clId="{AA8E32F2-B2D0-4F0F-9429-7F1ADB0D90FC}" dt="2025-05-18T07:26:27.256" v="1346" actId="947"/>
          <ac:spMkLst>
            <pc:docMk/>
            <pc:sldMk cId="1775699484" sldId="256"/>
            <ac:spMk id="22" creationId="{F7B167A8-FF4A-43D2-A5F8-3F3EE6C2951D}"/>
          </ac:spMkLst>
        </pc:spChg>
        <pc:spChg chg="mod">
          <ac:chgData name="XiaoMing" userId="d50fc9fa-fab7-4f03-8e16-d8e9eb183fe5" providerId="ADAL" clId="{AA8E32F2-B2D0-4F0F-9429-7F1ADB0D90FC}" dt="2025-05-18T07:26:27.258" v="1348" actId="947"/>
          <ac:spMkLst>
            <pc:docMk/>
            <pc:sldMk cId="1775699484" sldId="256"/>
            <ac:spMk id="23" creationId="{BC1E61CE-FB6E-4B89-B4D3-948A4C744424}"/>
          </ac:spMkLst>
        </pc:spChg>
        <pc:spChg chg="mod">
          <ac:chgData name="XiaoMing" userId="d50fc9fa-fab7-4f03-8e16-d8e9eb183fe5" providerId="ADAL" clId="{AA8E32F2-B2D0-4F0F-9429-7F1ADB0D90FC}" dt="2025-05-18T07:26:27.260" v="1350" actId="947"/>
          <ac:spMkLst>
            <pc:docMk/>
            <pc:sldMk cId="1775699484" sldId="256"/>
            <ac:spMk id="40" creationId="{635E57B9-905D-4482-84C3-A7824E16D74A}"/>
          </ac:spMkLst>
        </pc:spChg>
        <pc:spChg chg="mod">
          <ac:chgData name="XiaoMing" userId="d50fc9fa-fab7-4f03-8e16-d8e9eb183fe5" providerId="ADAL" clId="{AA8E32F2-B2D0-4F0F-9429-7F1ADB0D90FC}" dt="2025-05-18T07:26:27.261" v="1352" actId="947"/>
          <ac:spMkLst>
            <pc:docMk/>
            <pc:sldMk cId="1775699484" sldId="256"/>
            <ac:spMk id="41" creationId="{CB3C6F7F-3639-4E36-B06A-FDB73FD3431E}"/>
          </ac:spMkLst>
        </pc:spChg>
        <pc:spChg chg="mod">
          <ac:chgData name="XiaoMing" userId="d50fc9fa-fab7-4f03-8e16-d8e9eb183fe5" providerId="ADAL" clId="{AA8E32F2-B2D0-4F0F-9429-7F1ADB0D90FC}" dt="2025-05-18T07:26:27.263" v="1354" actId="947"/>
          <ac:spMkLst>
            <pc:docMk/>
            <pc:sldMk cId="1775699484" sldId="256"/>
            <ac:spMk id="43" creationId="{84F28744-DD7B-4053-9295-4ED2E5F59C1A}"/>
          </ac:spMkLst>
        </pc:spChg>
        <pc:spChg chg="mod">
          <ac:chgData name="XiaoMing" userId="d50fc9fa-fab7-4f03-8e16-d8e9eb183fe5" providerId="ADAL" clId="{AA8E32F2-B2D0-4F0F-9429-7F1ADB0D90FC}" dt="2025-05-18T07:26:27.264" v="1356" actId="947"/>
          <ac:spMkLst>
            <pc:docMk/>
            <pc:sldMk cId="1775699484" sldId="256"/>
            <ac:spMk id="44" creationId="{AA1C7B8C-8B34-41AE-90C9-D696D6766A1D}"/>
          </ac:spMkLst>
        </pc:spChg>
        <pc:spChg chg="mod">
          <ac:chgData name="XiaoMing" userId="d50fc9fa-fab7-4f03-8e16-d8e9eb183fe5" providerId="ADAL" clId="{AA8E32F2-B2D0-4F0F-9429-7F1ADB0D90FC}" dt="2025-05-18T07:26:27.265" v="1358" actId="947"/>
          <ac:spMkLst>
            <pc:docMk/>
            <pc:sldMk cId="1775699484" sldId="256"/>
            <ac:spMk id="48" creationId="{C05B5DFE-E127-4421-A28C-283CF38A0999}"/>
          </ac:spMkLst>
        </pc:spChg>
        <pc:spChg chg="mod">
          <ac:chgData name="XiaoMing" userId="d50fc9fa-fab7-4f03-8e16-d8e9eb183fe5" providerId="ADAL" clId="{AA8E32F2-B2D0-4F0F-9429-7F1ADB0D90FC}" dt="2025-05-18T07:26:27.267" v="1360" actId="947"/>
          <ac:spMkLst>
            <pc:docMk/>
            <pc:sldMk cId="1775699484" sldId="256"/>
            <ac:spMk id="49" creationId="{2D8823D1-A99D-4205-BBCA-320758114A1D}"/>
          </ac:spMkLst>
        </pc:spChg>
      </pc:sldChg>
      <pc:sldChg chg="modSp add del mod modTransition setBg">
        <pc:chgData name="XiaoMing" userId="d50fc9fa-fab7-4f03-8e16-d8e9eb183fe5" providerId="ADAL" clId="{AA8E32F2-B2D0-4F0F-9429-7F1ADB0D90FC}" dt="2025-05-18T07:56:37.067" v="1919" actId="47"/>
        <pc:sldMkLst>
          <pc:docMk/>
          <pc:sldMk cId="2179754841" sldId="256"/>
        </pc:sldMkLst>
        <pc:spChg chg="mod">
          <ac:chgData name="XiaoMing" userId="d50fc9fa-fab7-4f03-8e16-d8e9eb183fe5" providerId="ADAL" clId="{AA8E32F2-B2D0-4F0F-9429-7F1ADB0D90FC}" dt="2025-05-18T07:56:26.221" v="1916" actId="207"/>
          <ac:spMkLst>
            <pc:docMk/>
            <pc:sldMk cId="2179754841" sldId="256"/>
            <ac:spMk id="2" creationId="{6642A8E6-905F-4981-8CC6-BCB009E3D75C}"/>
          </ac:spMkLst>
        </pc:spChg>
        <pc:spChg chg="mod">
          <ac:chgData name="XiaoMing" userId="d50fc9fa-fab7-4f03-8e16-d8e9eb183fe5" providerId="ADAL" clId="{AA8E32F2-B2D0-4F0F-9429-7F1ADB0D90FC}" dt="2025-05-18T07:56:29.145" v="1917" actId="207"/>
          <ac:spMkLst>
            <pc:docMk/>
            <pc:sldMk cId="2179754841" sldId="256"/>
            <ac:spMk id="17" creationId="{249AE9FA-20A3-45C7-BDA5-C8079AD15214}"/>
          </ac:spMkLst>
        </pc:spChg>
        <pc:spChg chg="mod">
          <ac:chgData name="XiaoMing" userId="d50fc9fa-fab7-4f03-8e16-d8e9eb183fe5" providerId="ADAL" clId="{AA8E32F2-B2D0-4F0F-9429-7F1ADB0D90FC}" dt="2025-05-18T07:56:13.208" v="1907" actId="947"/>
          <ac:spMkLst>
            <pc:docMk/>
            <pc:sldMk cId="2179754841" sldId="256"/>
            <ac:spMk id="18" creationId="{2475890B-78AC-4D31-8871-A7A93AD55BFB}"/>
          </ac:spMkLst>
        </pc:spChg>
        <pc:spChg chg="mod">
          <ac:chgData name="XiaoMing" userId="d50fc9fa-fab7-4f03-8e16-d8e9eb183fe5" providerId="ADAL" clId="{AA8E32F2-B2D0-4F0F-9429-7F1ADB0D90FC}" dt="2025-05-18T07:56:13.210" v="1909" actId="947"/>
          <ac:spMkLst>
            <pc:docMk/>
            <pc:sldMk cId="2179754841" sldId="256"/>
            <ac:spMk id="21" creationId="{D27B4C81-42F8-4E7B-945E-24C6AA30F066}"/>
          </ac:spMkLst>
        </pc:spChg>
        <pc:spChg chg="mod">
          <ac:chgData name="XiaoMing" userId="d50fc9fa-fab7-4f03-8e16-d8e9eb183fe5" providerId="ADAL" clId="{AA8E32F2-B2D0-4F0F-9429-7F1ADB0D90FC}" dt="2025-05-18T07:56:13.211" v="1911" actId="947"/>
          <ac:spMkLst>
            <pc:docMk/>
            <pc:sldMk cId="2179754841" sldId="256"/>
            <ac:spMk id="22" creationId="{AF781E75-B882-4575-A9B0-F85D753D9321}"/>
          </ac:spMkLst>
        </pc:spChg>
        <pc:spChg chg="mod">
          <ac:chgData name="XiaoMing" userId="d50fc9fa-fab7-4f03-8e16-d8e9eb183fe5" providerId="ADAL" clId="{AA8E32F2-B2D0-4F0F-9429-7F1ADB0D90FC}" dt="2025-05-18T07:56:13.213" v="1913" actId="947"/>
          <ac:spMkLst>
            <pc:docMk/>
            <pc:sldMk cId="2179754841" sldId="256"/>
            <ac:spMk id="27" creationId="{B5A48FCD-AC82-451D-BA8C-43128B41570C}"/>
          </ac:spMkLst>
        </pc:spChg>
        <pc:spChg chg="mod">
          <ac:chgData name="XiaoMing" userId="d50fc9fa-fab7-4f03-8e16-d8e9eb183fe5" providerId="ADAL" clId="{AA8E32F2-B2D0-4F0F-9429-7F1ADB0D90FC}" dt="2025-05-18T07:56:13.214" v="1915" actId="947"/>
          <ac:spMkLst>
            <pc:docMk/>
            <pc:sldMk cId="2179754841" sldId="256"/>
            <ac:spMk id="28" creationId="{B10B36EF-0163-481D-8CB2-63629F206E31}"/>
          </ac:spMkLst>
        </pc:spChg>
      </pc:sldChg>
      <pc:sldChg chg="del">
        <pc:chgData name="XiaoMing" userId="d50fc9fa-fab7-4f03-8e16-d8e9eb183fe5" providerId="ADAL" clId="{AA8E32F2-B2D0-4F0F-9429-7F1ADB0D90FC}" dt="2025-05-18T06:12:21.116" v="0" actId="47"/>
        <pc:sldMkLst>
          <pc:docMk/>
          <pc:sldMk cId="3003887844" sldId="256"/>
        </pc:sldMkLst>
      </pc:sldChg>
      <pc:sldChg chg="delSp modSp add del mod modTransition">
        <pc:chgData name="XiaoMing" userId="d50fc9fa-fab7-4f03-8e16-d8e9eb183fe5" providerId="ADAL" clId="{AA8E32F2-B2D0-4F0F-9429-7F1ADB0D90FC}" dt="2025-05-18T09:19:44.656" v="3463" actId="47"/>
        <pc:sldMkLst>
          <pc:docMk/>
          <pc:sldMk cId="782372027" sldId="257"/>
        </pc:sldMkLst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5" creationId="{C2B4BC18-E868-4258-99F9-BF935EC85FDD}"/>
          </ac:spMkLst>
        </pc:spChg>
        <pc:spChg chg="mod">
          <ac:chgData name="XiaoMing" userId="d50fc9fa-fab7-4f03-8e16-d8e9eb183fe5" providerId="ADAL" clId="{AA8E32F2-B2D0-4F0F-9429-7F1ADB0D90FC}" dt="2025-05-18T09:19:27.349" v="3430" actId="947"/>
          <ac:spMkLst>
            <pc:docMk/>
            <pc:sldMk cId="782372027" sldId="257"/>
            <ac:spMk id="6" creationId="{391E31F5-D504-4982-9F03-4EC3C64A60C5}"/>
          </ac:spMkLst>
        </pc:spChg>
        <pc:spChg chg="mod">
          <ac:chgData name="XiaoMing" userId="d50fc9fa-fab7-4f03-8e16-d8e9eb183fe5" providerId="ADAL" clId="{AA8E32F2-B2D0-4F0F-9429-7F1ADB0D90FC}" dt="2025-05-18T09:19:27.356" v="3436" actId="947"/>
          <ac:spMkLst>
            <pc:docMk/>
            <pc:sldMk cId="782372027" sldId="257"/>
            <ac:spMk id="34" creationId="{63079F6F-7384-4EA1-9880-5BF26DCADCBE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35" creationId="{1A837BE8-6809-4F0A-87EC-17128A907A55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68" creationId="{4D7380DD-2183-4CDF-B55D-A428A5BB0408}"/>
          </ac:spMkLst>
        </pc:spChg>
        <pc:spChg chg="mod">
          <ac:chgData name="XiaoMing" userId="d50fc9fa-fab7-4f03-8e16-d8e9eb183fe5" providerId="ADAL" clId="{AA8E32F2-B2D0-4F0F-9429-7F1ADB0D90FC}" dt="2025-05-18T09:19:27.354" v="3434" actId="947"/>
          <ac:spMkLst>
            <pc:docMk/>
            <pc:sldMk cId="782372027" sldId="257"/>
            <ac:spMk id="74" creationId="{DBCC4306-88C5-4026-B357-8749637F1A52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75" creationId="{427EE5F7-5213-4147-A336-0AFD33B324C7}"/>
          </ac:spMkLst>
        </pc:spChg>
        <pc:spChg chg="mod">
          <ac:chgData name="XiaoMing" userId="d50fc9fa-fab7-4f03-8e16-d8e9eb183fe5" providerId="ADAL" clId="{AA8E32F2-B2D0-4F0F-9429-7F1ADB0D90FC}" dt="2025-05-18T09:19:27.362" v="3442" actId="947"/>
          <ac:spMkLst>
            <pc:docMk/>
            <pc:sldMk cId="782372027" sldId="257"/>
            <ac:spMk id="76" creationId="{93C1FE56-BA22-4623-8ED0-26422037E7F5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77" creationId="{BAAB4C19-DB44-4EED-A217-CDA630B69299}"/>
          </ac:spMkLst>
        </pc:spChg>
        <pc:spChg chg="mod">
          <ac:chgData name="XiaoMing" userId="d50fc9fa-fab7-4f03-8e16-d8e9eb183fe5" providerId="ADAL" clId="{AA8E32F2-B2D0-4F0F-9429-7F1ADB0D90FC}" dt="2025-05-18T09:19:27.352" v="3432" actId="947"/>
          <ac:spMkLst>
            <pc:docMk/>
            <pc:sldMk cId="782372027" sldId="257"/>
            <ac:spMk id="90" creationId="{2ECAA410-E052-42D5-AEB5-1B211DB137CB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91" creationId="{5C7F5BA1-7E8C-4B95-8D37-F731F55D9E01}"/>
          </ac:spMkLst>
        </pc:spChg>
        <pc:spChg chg="mod">
          <ac:chgData name="XiaoMing" userId="d50fc9fa-fab7-4f03-8e16-d8e9eb183fe5" providerId="ADAL" clId="{AA8E32F2-B2D0-4F0F-9429-7F1ADB0D90FC}" dt="2025-05-18T09:19:27.364" v="3444" actId="947"/>
          <ac:spMkLst>
            <pc:docMk/>
            <pc:sldMk cId="782372027" sldId="257"/>
            <ac:spMk id="93" creationId="{74E6891A-6050-45B9-8EED-E5A29E55C495}"/>
          </ac:spMkLst>
        </pc:spChg>
        <pc:spChg chg="mod">
          <ac:chgData name="XiaoMing" userId="d50fc9fa-fab7-4f03-8e16-d8e9eb183fe5" providerId="ADAL" clId="{AA8E32F2-B2D0-4F0F-9429-7F1ADB0D90FC}" dt="2025-05-18T09:19:27.368" v="3448" actId="947"/>
          <ac:spMkLst>
            <pc:docMk/>
            <pc:sldMk cId="782372027" sldId="257"/>
            <ac:spMk id="95" creationId="{F34B773A-B414-4692-8D12-4393A1442DDC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97" creationId="{3A01DFAE-11A9-4B98-A811-7ACF87E77EB6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99" creationId="{DDB19899-051F-4F72-BA47-6FE8716DFB10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102" creationId="{1963C312-6757-4430-8094-36C52A8E35F3}"/>
          </ac:spMkLst>
        </pc:spChg>
        <pc:spChg chg="mod">
          <ac:chgData name="XiaoMing" userId="d50fc9fa-fab7-4f03-8e16-d8e9eb183fe5" providerId="ADAL" clId="{AA8E32F2-B2D0-4F0F-9429-7F1ADB0D90FC}" dt="2025-05-18T09:19:27.372" v="3452" actId="947"/>
          <ac:spMkLst>
            <pc:docMk/>
            <pc:sldMk cId="782372027" sldId="257"/>
            <ac:spMk id="103" creationId="{AC0CB94B-FB2F-47D5-9664-4523C54EB5E7}"/>
          </ac:spMkLst>
        </pc:spChg>
        <pc:spChg chg="mod">
          <ac:chgData name="XiaoMing" userId="d50fc9fa-fab7-4f03-8e16-d8e9eb183fe5" providerId="ADAL" clId="{AA8E32F2-B2D0-4F0F-9429-7F1ADB0D90FC}" dt="2025-05-18T09:19:27.376" v="3456" actId="947"/>
          <ac:spMkLst>
            <pc:docMk/>
            <pc:sldMk cId="782372027" sldId="257"/>
            <ac:spMk id="107" creationId="{3284C17D-1E3B-4A95-8B65-72DF9C973B6D}"/>
          </ac:spMkLst>
        </pc:spChg>
        <pc:spChg chg="mod">
          <ac:chgData name="XiaoMing" userId="d50fc9fa-fab7-4f03-8e16-d8e9eb183fe5" providerId="ADAL" clId="{AA8E32F2-B2D0-4F0F-9429-7F1ADB0D90FC}" dt="2025-05-18T09:19:37.892" v="3461" actId="165"/>
          <ac:spMkLst>
            <pc:docMk/>
            <pc:sldMk cId="782372027" sldId="257"/>
            <ac:spMk id="111" creationId="{A29CAA88-6AEB-44F7-8070-F7FCAD65646E}"/>
          </ac:spMkLst>
        </pc:spChg>
        <pc:spChg chg="mod">
          <ac:chgData name="XiaoMing" userId="d50fc9fa-fab7-4f03-8e16-d8e9eb183fe5" providerId="ADAL" clId="{AA8E32F2-B2D0-4F0F-9429-7F1ADB0D90FC}" dt="2025-05-18T09:19:27.380" v="3460" actId="947"/>
          <ac:spMkLst>
            <pc:docMk/>
            <pc:sldMk cId="782372027" sldId="257"/>
            <ac:spMk id="112" creationId="{985CA706-52C8-4198-85C7-F5C49BE00442}"/>
          </ac:spMkLst>
        </pc:spChg>
      </pc:sldChg>
      <pc:sldChg chg="del">
        <pc:chgData name="XiaoMing" userId="d50fc9fa-fab7-4f03-8e16-d8e9eb183fe5" providerId="ADAL" clId="{AA8E32F2-B2D0-4F0F-9429-7F1ADB0D90FC}" dt="2025-05-18T06:12:23.774" v="6" actId="47"/>
        <pc:sldMkLst>
          <pc:docMk/>
          <pc:sldMk cId="405972707" sldId="258"/>
        </pc:sldMkLst>
      </pc:sldChg>
      <pc:sldChg chg="addSp delSp modSp mod modShow">
        <pc:chgData name="XiaoMing" userId="d50fc9fa-fab7-4f03-8e16-d8e9eb183fe5" providerId="ADAL" clId="{AA8E32F2-B2D0-4F0F-9429-7F1ADB0D90FC}" dt="2025-05-18T07:37:35.709" v="1682" actId="729"/>
        <pc:sldMkLst>
          <pc:docMk/>
          <pc:sldMk cId="2319125901" sldId="260"/>
        </pc:sldMkLst>
        <pc:spChg chg="add del mod">
          <ac:chgData name="XiaoMing" userId="d50fc9fa-fab7-4f03-8e16-d8e9eb183fe5" providerId="ADAL" clId="{AA8E32F2-B2D0-4F0F-9429-7F1ADB0D90FC}" dt="2025-05-18T06:15:01.546" v="90" actId="478"/>
          <ac:spMkLst>
            <pc:docMk/>
            <pc:sldMk cId="2319125901" sldId="260"/>
            <ac:spMk id="3" creationId="{EDB40CBE-FCEA-8568-AD68-03BECBFDF8A8}"/>
          </ac:spMkLst>
        </pc:spChg>
        <pc:spChg chg="add mod">
          <ac:chgData name="XiaoMing" userId="d50fc9fa-fab7-4f03-8e16-d8e9eb183fe5" providerId="ADAL" clId="{AA8E32F2-B2D0-4F0F-9429-7F1ADB0D90FC}" dt="2025-05-18T07:35:15.786" v="1617" actId="1076"/>
          <ac:spMkLst>
            <pc:docMk/>
            <pc:sldMk cId="2319125901" sldId="260"/>
            <ac:spMk id="4" creationId="{5E42BDF8-C7FB-4EA9-672C-FD7911B3737A}"/>
          </ac:spMkLst>
        </pc:spChg>
        <pc:spChg chg="add mod">
          <ac:chgData name="XiaoMing" userId="d50fc9fa-fab7-4f03-8e16-d8e9eb183fe5" providerId="ADAL" clId="{AA8E32F2-B2D0-4F0F-9429-7F1ADB0D90FC}" dt="2025-05-18T07:12:52.655" v="1050" actId="1076"/>
          <ac:spMkLst>
            <pc:docMk/>
            <pc:sldMk cId="2319125901" sldId="260"/>
            <ac:spMk id="5" creationId="{B6AFC768-1897-68AE-84AD-19790BA4ECC5}"/>
          </ac:spMkLst>
        </pc:spChg>
        <pc:spChg chg="add mod">
          <ac:chgData name="XiaoMing" userId="d50fc9fa-fab7-4f03-8e16-d8e9eb183fe5" providerId="ADAL" clId="{AA8E32F2-B2D0-4F0F-9429-7F1ADB0D90FC}" dt="2025-05-18T07:18:30.490" v="1313" actId="20577"/>
          <ac:spMkLst>
            <pc:docMk/>
            <pc:sldMk cId="2319125901" sldId="260"/>
            <ac:spMk id="6" creationId="{55E22EBF-4A6D-490E-F442-6CDF54E511D8}"/>
          </ac:spMkLst>
        </pc:spChg>
        <pc:spChg chg="mod">
          <ac:chgData name="XiaoMing" userId="d50fc9fa-fab7-4f03-8e16-d8e9eb183fe5" providerId="ADAL" clId="{AA8E32F2-B2D0-4F0F-9429-7F1ADB0D90FC}" dt="2025-05-18T06:54:33.256" v="230" actId="20577"/>
          <ac:spMkLst>
            <pc:docMk/>
            <pc:sldMk cId="2319125901" sldId="260"/>
            <ac:spMk id="23" creationId="{A048031C-ACCD-4F47-AC1D-F55A1029665D}"/>
          </ac:spMkLst>
        </pc:spChg>
        <pc:spChg chg="del">
          <ac:chgData name="XiaoMing" userId="d50fc9fa-fab7-4f03-8e16-d8e9eb183fe5" providerId="ADAL" clId="{AA8E32F2-B2D0-4F0F-9429-7F1ADB0D90FC}" dt="2025-05-18T06:14:59.946" v="89" actId="478"/>
          <ac:spMkLst>
            <pc:docMk/>
            <pc:sldMk cId="2319125901" sldId="260"/>
            <ac:spMk id="24" creationId="{DD1CC97B-827D-430E-B8C4-D5CB49F6B127}"/>
          </ac:spMkLst>
        </pc:spChg>
      </pc:sldChg>
      <pc:sldChg chg="del">
        <pc:chgData name="XiaoMing" userId="d50fc9fa-fab7-4f03-8e16-d8e9eb183fe5" providerId="ADAL" clId="{AA8E32F2-B2D0-4F0F-9429-7F1ADB0D90FC}" dt="2025-05-18T06:12:24.433" v="7" actId="47"/>
        <pc:sldMkLst>
          <pc:docMk/>
          <pc:sldMk cId="3373420861" sldId="262"/>
        </pc:sldMkLst>
      </pc:sldChg>
      <pc:sldChg chg="del">
        <pc:chgData name="XiaoMing" userId="d50fc9fa-fab7-4f03-8e16-d8e9eb183fe5" providerId="ADAL" clId="{AA8E32F2-B2D0-4F0F-9429-7F1ADB0D90FC}" dt="2025-05-18T06:12:21.475" v="1" actId="47"/>
        <pc:sldMkLst>
          <pc:docMk/>
          <pc:sldMk cId="3040706555" sldId="263"/>
        </pc:sldMkLst>
      </pc:sldChg>
      <pc:sldChg chg="del">
        <pc:chgData name="XiaoMing" userId="d50fc9fa-fab7-4f03-8e16-d8e9eb183fe5" providerId="ADAL" clId="{AA8E32F2-B2D0-4F0F-9429-7F1ADB0D90FC}" dt="2025-05-18T06:12:21.961" v="2" actId="47"/>
        <pc:sldMkLst>
          <pc:docMk/>
          <pc:sldMk cId="492777967" sldId="264"/>
        </pc:sldMkLst>
      </pc:sldChg>
      <pc:sldChg chg="del">
        <pc:chgData name="XiaoMing" userId="d50fc9fa-fab7-4f03-8e16-d8e9eb183fe5" providerId="ADAL" clId="{AA8E32F2-B2D0-4F0F-9429-7F1ADB0D90FC}" dt="2025-05-18T06:12:22.858" v="4" actId="47"/>
        <pc:sldMkLst>
          <pc:docMk/>
          <pc:sldMk cId="459013287" sldId="265"/>
        </pc:sldMkLst>
      </pc:sldChg>
      <pc:sldChg chg="del">
        <pc:chgData name="XiaoMing" userId="d50fc9fa-fab7-4f03-8e16-d8e9eb183fe5" providerId="ADAL" clId="{AA8E32F2-B2D0-4F0F-9429-7F1ADB0D90FC}" dt="2025-05-18T06:14:54.721" v="87" actId="47"/>
        <pc:sldMkLst>
          <pc:docMk/>
          <pc:sldMk cId="221219534" sldId="266"/>
        </pc:sldMkLst>
      </pc:sldChg>
      <pc:sldChg chg="addSp delSp modSp mod">
        <pc:chgData name="XiaoMing" userId="d50fc9fa-fab7-4f03-8e16-d8e9eb183fe5" providerId="ADAL" clId="{AA8E32F2-B2D0-4F0F-9429-7F1ADB0D90FC}" dt="2025-05-18T06:53:42.090" v="192" actId="478"/>
        <pc:sldMkLst>
          <pc:docMk/>
          <pc:sldMk cId="550759073" sldId="267"/>
        </pc:sldMkLst>
        <pc:spChg chg="add del mod">
          <ac:chgData name="XiaoMing" userId="d50fc9fa-fab7-4f03-8e16-d8e9eb183fe5" providerId="ADAL" clId="{AA8E32F2-B2D0-4F0F-9429-7F1ADB0D90FC}" dt="2025-05-18T06:53:42.090" v="192" actId="478"/>
          <ac:spMkLst>
            <pc:docMk/>
            <pc:sldMk cId="550759073" sldId="267"/>
            <ac:spMk id="2" creationId="{770846FE-2B7B-AC93-5E1E-B7EFECF0B38A}"/>
          </ac:spMkLst>
        </pc:spChg>
        <pc:spChg chg="mod">
          <ac:chgData name="XiaoMing" userId="d50fc9fa-fab7-4f03-8e16-d8e9eb183fe5" providerId="ADAL" clId="{AA8E32F2-B2D0-4F0F-9429-7F1ADB0D90FC}" dt="2025-05-18T06:14:17.481" v="79"/>
          <ac:spMkLst>
            <pc:docMk/>
            <pc:sldMk cId="550759073" sldId="267"/>
            <ac:spMk id="3" creationId="{32DDFD52-617B-446D-A57C-43A10239AADF}"/>
          </ac:spMkLst>
        </pc:spChg>
        <pc:spChg chg="mod">
          <ac:chgData name="XiaoMing" userId="d50fc9fa-fab7-4f03-8e16-d8e9eb183fe5" providerId="ADAL" clId="{AA8E32F2-B2D0-4F0F-9429-7F1ADB0D90FC}" dt="2025-05-18T06:13:28.070" v="39" actId="20577"/>
          <ac:spMkLst>
            <pc:docMk/>
            <pc:sldMk cId="550759073" sldId="267"/>
            <ac:spMk id="4" creationId="{0BBF4F21-8386-41B1-9046-EBC7BE2DE090}"/>
          </ac:spMkLst>
        </pc:spChg>
      </pc:sldChg>
      <pc:sldChg chg="add del">
        <pc:chgData name="XiaoMing" userId="d50fc9fa-fab7-4f03-8e16-d8e9eb183fe5" providerId="ADAL" clId="{AA8E32F2-B2D0-4F0F-9429-7F1ADB0D90FC}" dt="2025-05-18T06:14:40.260" v="86" actId="47"/>
        <pc:sldMkLst>
          <pc:docMk/>
          <pc:sldMk cId="1166307031" sldId="268"/>
        </pc:sldMkLst>
      </pc:sldChg>
      <pc:sldChg chg="add del">
        <pc:chgData name="XiaoMing" userId="d50fc9fa-fab7-4f03-8e16-d8e9eb183fe5" providerId="ADAL" clId="{AA8E32F2-B2D0-4F0F-9429-7F1ADB0D90FC}" dt="2025-05-18T06:14:34.166" v="82" actId="47"/>
        <pc:sldMkLst>
          <pc:docMk/>
          <pc:sldMk cId="3332619180" sldId="269"/>
        </pc:sldMkLst>
      </pc:sldChg>
      <pc:sldChg chg="del">
        <pc:chgData name="XiaoMing" userId="d50fc9fa-fab7-4f03-8e16-d8e9eb183fe5" providerId="ADAL" clId="{AA8E32F2-B2D0-4F0F-9429-7F1ADB0D90FC}" dt="2025-05-18T06:14:55.495" v="88" actId="47"/>
        <pc:sldMkLst>
          <pc:docMk/>
          <pc:sldMk cId="487625406" sldId="270"/>
        </pc:sldMkLst>
      </pc:sldChg>
      <pc:sldChg chg="addSp delSp modSp new mod modAnim">
        <pc:chgData name="XiaoMing" userId="d50fc9fa-fab7-4f03-8e16-d8e9eb183fe5" providerId="ADAL" clId="{AA8E32F2-B2D0-4F0F-9429-7F1ADB0D90FC}" dt="2025-05-18T08:55:11.938" v="3286" actId="108"/>
        <pc:sldMkLst>
          <pc:docMk/>
          <pc:sldMk cId="4174550212" sldId="270"/>
        </pc:sldMkLst>
        <pc:spChg chg="mod">
          <ac:chgData name="XiaoMing" userId="d50fc9fa-fab7-4f03-8e16-d8e9eb183fe5" providerId="ADAL" clId="{AA8E32F2-B2D0-4F0F-9429-7F1ADB0D90FC}" dt="2025-05-18T07:29:01.595" v="1397" actId="1076"/>
          <ac:spMkLst>
            <pc:docMk/>
            <pc:sldMk cId="4174550212" sldId="270"/>
            <ac:spMk id="2" creationId="{FADEF90C-038B-A5F6-CFA2-3300D60A8A91}"/>
          </ac:spMkLst>
        </pc:spChg>
        <pc:spChg chg="del">
          <ac:chgData name="XiaoMing" userId="d50fc9fa-fab7-4f03-8e16-d8e9eb183fe5" providerId="ADAL" clId="{AA8E32F2-B2D0-4F0F-9429-7F1ADB0D90FC}" dt="2025-05-18T07:18:53.423" v="1316" actId="478"/>
          <ac:spMkLst>
            <pc:docMk/>
            <pc:sldMk cId="4174550212" sldId="270"/>
            <ac:spMk id="3" creationId="{457BA45C-1280-CA80-A46E-3ADA6EC91AC2}"/>
          </ac:spMkLst>
        </pc:spChg>
        <pc:spChg chg="del">
          <ac:chgData name="XiaoMing" userId="d50fc9fa-fab7-4f03-8e16-d8e9eb183fe5" providerId="ADAL" clId="{AA8E32F2-B2D0-4F0F-9429-7F1ADB0D90FC}" dt="2025-05-18T07:30:24.791" v="1412" actId="478"/>
          <ac:spMkLst>
            <pc:docMk/>
            <pc:sldMk cId="4174550212" sldId="270"/>
            <ac:spMk id="10" creationId="{83890121-1E60-004A-6393-DD9674CFC464}"/>
          </ac:spMkLst>
        </pc:spChg>
        <pc:spChg chg="del">
          <ac:chgData name="XiaoMing" userId="d50fc9fa-fab7-4f03-8e16-d8e9eb183fe5" providerId="ADAL" clId="{AA8E32F2-B2D0-4F0F-9429-7F1ADB0D90FC}" dt="2025-05-18T07:30:24.791" v="1412" actId="478"/>
          <ac:spMkLst>
            <pc:docMk/>
            <pc:sldMk cId="4174550212" sldId="270"/>
            <ac:spMk id="11" creationId="{4904A99D-795A-4DD7-D68E-D52ECCE43468}"/>
          </ac:spMkLst>
        </pc:spChg>
        <pc:spChg chg="mod topLvl">
          <ac:chgData name="XiaoMing" userId="d50fc9fa-fab7-4f03-8e16-d8e9eb183fe5" providerId="ADAL" clId="{AA8E32F2-B2D0-4F0F-9429-7F1ADB0D90FC}" dt="2025-05-18T08:54:43.490" v="3282" actId="14100"/>
          <ac:spMkLst>
            <pc:docMk/>
            <pc:sldMk cId="4174550212" sldId="270"/>
            <ac:spMk id="14" creationId="{8BAF500A-798D-B28C-E796-5949E188AB05}"/>
          </ac:spMkLst>
        </pc:spChg>
        <pc:spChg chg="mod topLvl">
          <ac:chgData name="XiaoMing" userId="d50fc9fa-fab7-4f03-8e16-d8e9eb183fe5" providerId="ADAL" clId="{AA8E32F2-B2D0-4F0F-9429-7F1ADB0D90FC}" dt="2025-05-18T08:55:11.938" v="3286" actId="108"/>
          <ac:spMkLst>
            <pc:docMk/>
            <pc:sldMk cId="4174550212" sldId="270"/>
            <ac:spMk id="15" creationId="{2AA04EF5-EFDD-E14F-8547-278386E0A93A}"/>
          </ac:spMkLst>
        </pc:spChg>
        <pc:spChg chg="mod topLvl">
          <ac:chgData name="XiaoMing" userId="d50fc9fa-fab7-4f03-8e16-d8e9eb183fe5" providerId="ADAL" clId="{AA8E32F2-B2D0-4F0F-9429-7F1ADB0D90FC}" dt="2025-05-18T08:54:01.817" v="3275" actId="403"/>
          <ac:spMkLst>
            <pc:docMk/>
            <pc:sldMk cId="4174550212" sldId="270"/>
            <ac:spMk id="16" creationId="{9AFF4036-BC7F-B5C4-E14F-3B4A9B63DC04}"/>
          </ac:spMkLst>
        </pc:spChg>
        <pc:spChg chg="mod topLvl">
          <ac:chgData name="XiaoMing" userId="d50fc9fa-fab7-4f03-8e16-d8e9eb183fe5" providerId="ADAL" clId="{AA8E32F2-B2D0-4F0F-9429-7F1ADB0D90FC}" dt="2025-05-18T08:54:36.251" v="3280" actId="108"/>
          <ac:spMkLst>
            <pc:docMk/>
            <pc:sldMk cId="4174550212" sldId="270"/>
            <ac:spMk id="17" creationId="{FE4FAA78-62BF-C2DD-D89B-0FA4A91B8CF8}"/>
          </ac:spMkLst>
        </pc:spChg>
        <pc:spChg chg="del mod">
          <ac:chgData name="XiaoMing" userId="d50fc9fa-fab7-4f03-8e16-d8e9eb183fe5" providerId="ADAL" clId="{AA8E32F2-B2D0-4F0F-9429-7F1ADB0D90FC}" dt="2025-05-18T07:27:58.452" v="1385" actId="478"/>
          <ac:spMkLst>
            <pc:docMk/>
            <pc:sldMk cId="4174550212" sldId="270"/>
            <ac:spMk id="22" creationId="{A6EECEC7-A4DA-EC0E-8080-28F0A5AEBC3B}"/>
          </ac:spMkLst>
        </pc:spChg>
        <pc:spChg chg="mod topLvl">
          <ac:chgData name="XiaoMing" userId="d50fc9fa-fab7-4f03-8e16-d8e9eb183fe5" providerId="ADAL" clId="{AA8E32F2-B2D0-4F0F-9429-7F1ADB0D90FC}" dt="2025-05-18T07:36:27.937" v="1639" actId="1036"/>
          <ac:spMkLst>
            <pc:docMk/>
            <pc:sldMk cId="4174550212" sldId="270"/>
            <ac:spMk id="26" creationId="{2489292F-7027-AF68-3942-A3598297885D}"/>
          </ac:spMkLst>
        </pc:spChg>
        <pc:spChg chg="del mod">
          <ac:chgData name="XiaoMing" userId="d50fc9fa-fab7-4f03-8e16-d8e9eb183fe5" providerId="ADAL" clId="{AA8E32F2-B2D0-4F0F-9429-7F1ADB0D90FC}" dt="2025-05-18T07:33:43.290" v="1521" actId="478"/>
          <ac:spMkLst>
            <pc:docMk/>
            <pc:sldMk cId="4174550212" sldId="270"/>
            <ac:spMk id="27" creationId="{7D45AEC0-50A0-91F3-7F8D-9ADEFBE51D7D}"/>
          </ac:spMkLst>
        </pc:spChg>
        <pc:spChg chg="mod">
          <ac:chgData name="XiaoMing" userId="d50fc9fa-fab7-4f03-8e16-d8e9eb183fe5" providerId="ADAL" clId="{AA8E32F2-B2D0-4F0F-9429-7F1ADB0D90FC}" dt="2025-05-18T07:29:06.789" v="1398" actId="165"/>
          <ac:spMkLst>
            <pc:docMk/>
            <pc:sldMk cId="4174550212" sldId="270"/>
            <ac:spMk id="28" creationId="{BC7B2D90-0A7F-AD25-8B98-DF477600AD90}"/>
          </ac:spMkLst>
        </pc:spChg>
        <pc:spChg chg="mod">
          <ac:chgData name="XiaoMing" userId="d50fc9fa-fab7-4f03-8e16-d8e9eb183fe5" providerId="ADAL" clId="{AA8E32F2-B2D0-4F0F-9429-7F1ADB0D90FC}" dt="2025-05-18T07:31:00.577" v="1451" actId="1076"/>
          <ac:spMkLst>
            <pc:docMk/>
            <pc:sldMk cId="4174550212" sldId="270"/>
            <ac:spMk id="32" creationId="{9BE68581-8985-99E2-77A3-CB1293E34599}"/>
          </ac:spMkLst>
        </pc:spChg>
        <pc:spChg chg="del mod">
          <ac:chgData name="XiaoMing" userId="d50fc9fa-fab7-4f03-8e16-d8e9eb183fe5" providerId="ADAL" clId="{AA8E32F2-B2D0-4F0F-9429-7F1ADB0D90FC}" dt="2025-05-18T07:30:50.537" v="1447" actId="478"/>
          <ac:spMkLst>
            <pc:docMk/>
            <pc:sldMk cId="4174550212" sldId="270"/>
            <ac:spMk id="33" creationId="{90B56C95-CA03-8ECC-09A7-95A6B97CD98E}"/>
          </ac:spMkLst>
        </pc:spChg>
        <pc:spChg chg="mod">
          <ac:chgData name="XiaoMing" userId="d50fc9fa-fab7-4f03-8e16-d8e9eb183fe5" providerId="ADAL" clId="{AA8E32F2-B2D0-4F0F-9429-7F1ADB0D90FC}" dt="2025-05-18T07:29:06.789" v="1398" actId="165"/>
          <ac:spMkLst>
            <pc:docMk/>
            <pc:sldMk cId="4174550212" sldId="270"/>
            <ac:spMk id="34" creationId="{2A07BFBE-6083-612A-349E-EEF7D1B42C95}"/>
          </ac:spMkLst>
        </pc:spChg>
        <pc:spChg chg="mod">
          <ac:chgData name="XiaoMing" userId="d50fc9fa-fab7-4f03-8e16-d8e9eb183fe5" providerId="ADAL" clId="{AA8E32F2-B2D0-4F0F-9429-7F1ADB0D90FC}" dt="2025-05-18T07:37:44.614" v="1683" actId="113"/>
          <ac:spMkLst>
            <pc:docMk/>
            <pc:sldMk cId="4174550212" sldId="270"/>
            <ac:spMk id="38" creationId="{F84ED001-7FE5-C2A9-66A5-FC75485A82CE}"/>
          </ac:spMkLst>
        </pc:spChg>
        <pc:spChg chg="mod">
          <ac:chgData name="XiaoMing" userId="d50fc9fa-fab7-4f03-8e16-d8e9eb183fe5" providerId="ADAL" clId="{AA8E32F2-B2D0-4F0F-9429-7F1ADB0D90FC}" dt="2025-05-18T07:37:46.547" v="1684" actId="113"/>
          <ac:spMkLst>
            <pc:docMk/>
            <pc:sldMk cId="4174550212" sldId="270"/>
            <ac:spMk id="39" creationId="{D7369A44-A974-5E87-0BB9-1820D14CF8B2}"/>
          </ac:spMkLst>
        </pc:spChg>
        <pc:spChg chg="add mod">
          <ac:chgData name="XiaoMing" userId="d50fc9fa-fab7-4f03-8e16-d8e9eb183fe5" providerId="ADAL" clId="{AA8E32F2-B2D0-4F0F-9429-7F1ADB0D90FC}" dt="2025-05-18T07:27:46.577" v="1382" actId="571"/>
          <ac:spMkLst>
            <pc:docMk/>
            <pc:sldMk cId="4174550212" sldId="270"/>
            <ac:spMk id="40" creationId="{44B58CE6-A7B6-DBE1-446F-10B025BEC95A}"/>
          </ac:spMkLst>
        </pc:spChg>
        <pc:spChg chg="add mod ord">
          <ac:chgData name="XiaoMing" userId="d50fc9fa-fab7-4f03-8e16-d8e9eb183fe5" providerId="ADAL" clId="{AA8E32F2-B2D0-4F0F-9429-7F1ADB0D90FC}" dt="2025-05-18T07:36:27.937" v="1639" actId="1036"/>
          <ac:spMkLst>
            <pc:docMk/>
            <pc:sldMk cId="4174550212" sldId="270"/>
            <ac:spMk id="41" creationId="{9900691E-B865-9666-7793-D880FE82E1FD}"/>
          </ac:spMkLst>
        </pc:spChg>
        <pc:grpChg chg="mod">
          <ac:chgData name="XiaoMing" userId="d50fc9fa-fab7-4f03-8e16-d8e9eb183fe5" providerId="ADAL" clId="{AA8E32F2-B2D0-4F0F-9429-7F1ADB0D90FC}" dt="2025-05-18T07:28:28.437" v="1391" actId="1076"/>
          <ac:grpSpMkLst>
            <pc:docMk/>
            <pc:sldMk cId="4174550212" sldId="270"/>
            <ac:grpSpMk id="4" creationId="{83107CF1-537D-AE31-6E91-8B093FE810EA}"/>
          </ac:grpSpMkLst>
        </pc:grpChg>
        <pc:grpChg chg="mod">
          <ac:chgData name="XiaoMing" userId="d50fc9fa-fab7-4f03-8e16-d8e9eb183fe5" providerId="ADAL" clId="{AA8E32F2-B2D0-4F0F-9429-7F1ADB0D90FC}" dt="2025-05-18T07:36:27.937" v="1639" actId="1036"/>
          <ac:grpSpMkLst>
            <pc:docMk/>
            <pc:sldMk cId="4174550212" sldId="270"/>
            <ac:grpSpMk id="5" creationId="{8C10A7FF-7AFC-D135-E1F4-E6CE011B5A34}"/>
          </ac:grpSpMkLst>
        </pc:grpChg>
        <pc:grpChg chg="mod">
          <ac:chgData name="XiaoMing" userId="d50fc9fa-fab7-4f03-8e16-d8e9eb183fe5" providerId="ADAL" clId="{AA8E32F2-B2D0-4F0F-9429-7F1ADB0D90FC}" dt="2025-05-18T07:36:27.937" v="1639" actId="1036"/>
          <ac:grpSpMkLst>
            <pc:docMk/>
            <pc:sldMk cId="4174550212" sldId="270"/>
            <ac:grpSpMk id="6" creationId="{78A35D8C-5788-A70F-ACA1-438181EEBC66}"/>
          </ac:grpSpMkLst>
        </pc:grpChg>
        <pc:grpChg chg="del mod">
          <ac:chgData name="XiaoMing" userId="d50fc9fa-fab7-4f03-8e16-d8e9eb183fe5" providerId="ADAL" clId="{AA8E32F2-B2D0-4F0F-9429-7F1ADB0D90FC}" dt="2025-05-18T07:27:58.452" v="1385" actId="478"/>
          <ac:grpSpMkLst>
            <pc:docMk/>
            <pc:sldMk cId="4174550212" sldId="270"/>
            <ac:grpSpMk id="7" creationId="{A2C42019-8858-98A6-7112-103F2FF2A5D9}"/>
          </ac:grpSpMkLst>
        </pc:grpChg>
        <pc:grpChg chg="mod">
          <ac:chgData name="XiaoMing" userId="d50fc9fa-fab7-4f03-8e16-d8e9eb183fe5" providerId="ADAL" clId="{AA8E32F2-B2D0-4F0F-9429-7F1ADB0D90FC}" dt="2025-05-18T07:36:27.937" v="1639" actId="1036"/>
          <ac:grpSpMkLst>
            <pc:docMk/>
            <pc:sldMk cId="4174550212" sldId="270"/>
            <ac:grpSpMk id="8" creationId="{12D5C754-19F4-3C8C-2121-622F24A779EF}"/>
          </ac:grpSpMkLst>
        </pc:grpChg>
        <pc:grpChg chg="mod">
          <ac:chgData name="XiaoMing" userId="d50fc9fa-fab7-4f03-8e16-d8e9eb183fe5" providerId="ADAL" clId="{AA8E32F2-B2D0-4F0F-9429-7F1ADB0D90FC}" dt="2025-05-18T07:36:27.937" v="1639" actId="1036"/>
          <ac:grpSpMkLst>
            <pc:docMk/>
            <pc:sldMk cId="4174550212" sldId="270"/>
            <ac:grpSpMk id="9" creationId="{5D82CE97-F5A1-B556-FA74-6AFD4FCF80A0}"/>
          </ac:grpSpMkLst>
        </pc:grpChg>
        <pc:grpChg chg="del mod">
          <ac:chgData name="XiaoMing" userId="d50fc9fa-fab7-4f03-8e16-d8e9eb183fe5" providerId="ADAL" clId="{AA8E32F2-B2D0-4F0F-9429-7F1ADB0D90FC}" dt="2025-05-18T08:18:55.353" v="2553" actId="165"/>
          <ac:grpSpMkLst>
            <pc:docMk/>
            <pc:sldMk cId="4174550212" sldId="270"/>
            <ac:grpSpMk id="12" creationId="{00BB4E02-7D4F-C2AF-003E-265CC43D603C}"/>
          </ac:grpSpMkLst>
        </pc:grpChg>
        <pc:grpChg chg="del mod">
          <ac:chgData name="XiaoMing" userId="d50fc9fa-fab7-4f03-8e16-d8e9eb183fe5" providerId="ADAL" clId="{AA8E32F2-B2D0-4F0F-9429-7F1ADB0D90FC}" dt="2025-05-18T08:19:08.478" v="2556" actId="165"/>
          <ac:grpSpMkLst>
            <pc:docMk/>
            <pc:sldMk cId="4174550212" sldId="270"/>
            <ac:grpSpMk id="13" creationId="{2C50B08F-EA97-5471-611A-71D6083978A5}"/>
          </ac:grpSpMkLst>
        </pc:grpChg>
        <pc:grpChg chg="del mod">
          <ac:chgData name="XiaoMing" userId="d50fc9fa-fab7-4f03-8e16-d8e9eb183fe5" providerId="ADAL" clId="{AA8E32F2-B2D0-4F0F-9429-7F1ADB0D90FC}" dt="2025-05-18T07:33:55.063" v="1522" actId="478"/>
          <ac:grpSpMkLst>
            <pc:docMk/>
            <pc:sldMk cId="4174550212" sldId="270"/>
            <ac:grpSpMk id="23" creationId="{787DD3CF-FE5C-B78B-8F37-8FF1D6A07940}"/>
          </ac:grpSpMkLst>
        </pc:grpChg>
        <pc:grpChg chg="del mod">
          <ac:chgData name="XiaoMing" userId="d50fc9fa-fab7-4f03-8e16-d8e9eb183fe5" providerId="ADAL" clId="{AA8E32F2-B2D0-4F0F-9429-7F1ADB0D90FC}" dt="2025-05-18T07:33:43.290" v="1521" actId="478"/>
          <ac:grpSpMkLst>
            <pc:docMk/>
            <pc:sldMk cId="4174550212" sldId="270"/>
            <ac:grpSpMk id="24" creationId="{3F8815D8-895C-1C3B-205B-E20E6CB93401}"/>
          </ac:grpSpMkLst>
        </pc:grpChg>
        <pc:grpChg chg="del">
          <ac:chgData name="XiaoMing" userId="d50fc9fa-fab7-4f03-8e16-d8e9eb183fe5" providerId="ADAL" clId="{AA8E32F2-B2D0-4F0F-9429-7F1ADB0D90FC}" dt="2025-05-18T07:30:52.998" v="1448" actId="478"/>
          <ac:grpSpMkLst>
            <pc:docMk/>
            <pc:sldMk cId="4174550212" sldId="270"/>
            <ac:grpSpMk id="29" creationId="{A51342F3-E3BB-7F0A-4233-5E7ACEB7AD23}"/>
          </ac:grpSpMkLst>
        </pc:grpChg>
        <pc:grpChg chg="del">
          <ac:chgData name="XiaoMing" userId="d50fc9fa-fab7-4f03-8e16-d8e9eb183fe5" providerId="ADAL" clId="{AA8E32F2-B2D0-4F0F-9429-7F1ADB0D90FC}" dt="2025-05-18T07:30:50.537" v="1447" actId="478"/>
          <ac:grpSpMkLst>
            <pc:docMk/>
            <pc:sldMk cId="4174550212" sldId="270"/>
            <ac:grpSpMk id="30" creationId="{E00128E5-1C55-6840-0197-8C7F9AF84020}"/>
          </ac:grpSpMkLst>
        </pc:grpChg>
        <pc:cxnChg chg="mod">
          <ac:chgData name="XiaoMing" userId="d50fc9fa-fab7-4f03-8e16-d8e9eb183fe5" providerId="ADAL" clId="{AA8E32F2-B2D0-4F0F-9429-7F1ADB0D90FC}" dt="2025-05-18T07:36:27.937" v="1639" actId="1036"/>
          <ac:cxnSpMkLst>
            <pc:docMk/>
            <pc:sldMk cId="4174550212" sldId="270"/>
            <ac:cxnSpMk id="20" creationId="{27501800-8D2B-6FDC-AC61-E40692F8FD37}"/>
          </ac:cxnSpMkLst>
        </pc:cxnChg>
        <pc:cxnChg chg="mod">
          <ac:chgData name="XiaoMing" userId="d50fc9fa-fab7-4f03-8e16-d8e9eb183fe5" providerId="ADAL" clId="{AA8E32F2-B2D0-4F0F-9429-7F1ADB0D90FC}" dt="2025-05-18T07:36:27.937" v="1639" actId="1036"/>
          <ac:cxnSpMkLst>
            <pc:docMk/>
            <pc:sldMk cId="4174550212" sldId="270"/>
            <ac:cxnSpMk id="21" creationId="{68F0D0D8-933B-0E5D-C7F3-9D72157A9089}"/>
          </ac:cxnSpMkLst>
        </pc:cxnChg>
        <pc:cxnChg chg="del mod topLvl">
          <ac:chgData name="XiaoMing" userId="d50fc9fa-fab7-4f03-8e16-d8e9eb183fe5" providerId="ADAL" clId="{AA8E32F2-B2D0-4F0F-9429-7F1ADB0D90FC}" dt="2025-05-18T07:33:55.063" v="1522" actId="478"/>
          <ac:cxnSpMkLst>
            <pc:docMk/>
            <pc:sldMk cId="4174550212" sldId="270"/>
            <ac:cxnSpMk id="25" creationId="{95DAF3D2-A943-B68C-50AC-7C0EF8CEA3A2}"/>
          </ac:cxnSpMkLst>
        </pc:cxnChg>
        <pc:cxnChg chg="del">
          <ac:chgData name="XiaoMing" userId="d50fc9fa-fab7-4f03-8e16-d8e9eb183fe5" providerId="ADAL" clId="{AA8E32F2-B2D0-4F0F-9429-7F1ADB0D90FC}" dt="2025-05-18T07:30:52.998" v="1448" actId="478"/>
          <ac:cxnSpMkLst>
            <pc:docMk/>
            <pc:sldMk cId="4174550212" sldId="270"/>
            <ac:cxnSpMk id="31" creationId="{6BB5B770-B435-F525-A5D8-714FBA57DB1C}"/>
          </ac:cxnSpMkLst>
        </pc:cxnChg>
      </pc:sldChg>
      <pc:sldChg chg="addSp delSp modSp new mod modAnim">
        <pc:chgData name="XiaoMing" userId="d50fc9fa-fab7-4f03-8e16-d8e9eb183fe5" providerId="ADAL" clId="{AA8E32F2-B2D0-4F0F-9429-7F1ADB0D90FC}" dt="2025-05-18T09:01:19.691" v="3415" actId="1076"/>
        <pc:sldMkLst>
          <pc:docMk/>
          <pc:sldMk cId="1739341184" sldId="271"/>
        </pc:sldMkLst>
        <pc:spChg chg="mod">
          <ac:chgData name="XiaoMing" userId="d50fc9fa-fab7-4f03-8e16-d8e9eb183fe5" providerId="ADAL" clId="{AA8E32F2-B2D0-4F0F-9429-7F1ADB0D90FC}" dt="2025-05-18T07:57:09.983" v="1945" actId="20577"/>
          <ac:spMkLst>
            <pc:docMk/>
            <pc:sldMk cId="1739341184" sldId="271"/>
            <ac:spMk id="2" creationId="{6A523910-FF8D-94EA-5DEB-C3164753727A}"/>
          </ac:spMkLst>
        </pc:spChg>
        <pc:spChg chg="del">
          <ac:chgData name="XiaoMing" userId="d50fc9fa-fab7-4f03-8e16-d8e9eb183fe5" providerId="ADAL" clId="{AA8E32F2-B2D0-4F0F-9429-7F1ADB0D90FC}" dt="2025-05-18T07:40:43.450" v="1793" actId="478"/>
          <ac:spMkLst>
            <pc:docMk/>
            <pc:sldMk cId="1739341184" sldId="271"/>
            <ac:spMk id="3" creationId="{219C2838-69C7-4C5F-A668-18501CFFD861}"/>
          </ac:spMkLst>
        </pc:spChg>
        <pc:spChg chg="mod topLvl">
          <ac:chgData name="XiaoMing" userId="d50fc9fa-fab7-4f03-8e16-d8e9eb183fe5" providerId="ADAL" clId="{AA8E32F2-B2D0-4F0F-9429-7F1ADB0D90FC}" dt="2025-05-18T08:19:34.016" v="2560" actId="14100"/>
          <ac:spMkLst>
            <pc:docMk/>
            <pc:sldMk cId="1739341184" sldId="271"/>
            <ac:spMk id="5" creationId="{29460FAF-85BF-9145-2BEE-863F29A62E54}"/>
          </ac:spMkLst>
        </pc:spChg>
        <pc:spChg chg="mod topLvl">
          <ac:chgData name="XiaoMing" userId="d50fc9fa-fab7-4f03-8e16-d8e9eb183fe5" providerId="ADAL" clId="{AA8E32F2-B2D0-4F0F-9429-7F1ADB0D90FC}" dt="2025-05-18T08:14:42.147" v="2498" actId="1076"/>
          <ac:spMkLst>
            <pc:docMk/>
            <pc:sldMk cId="1739341184" sldId="271"/>
            <ac:spMk id="6" creationId="{13D8A1A2-03BE-28ED-3F5F-0E3471C9B73C}"/>
          </ac:spMkLst>
        </pc:spChg>
        <pc:spChg chg="del mod">
          <ac:chgData name="XiaoMing" userId="d50fc9fa-fab7-4f03-8e16-d8e9eb183fe5" providerId="ADAL" clId="{AA8E32F2-B2D0-4F0F-9429-7F1ADB0D90FC}" dt="2025-05-18T07:56:45.967" v="1921" actId="478"/>
          <ac:spMkLst>
            <pc:docMk/>
            <pc:sldMk cId="1739341184" sldId="271"/>
            <ac:spMk id="8" creationId="{B468E91C-8D78-952F-390F-7ED7AB8E8F5B}"/>
          </ac:spMkLst>
        </pc:spChg>
        <pc:spChg chg="mod topLvl">
          <ac:chgData name="XiaoMing" userId="d50fc9fa-fab7-4f03-8e16-d8e9eb183fe5" providerId="ADAL" clId="{AA8E32F2-B2D0-4F0F-9429-7F1ADB0D90FC}" dt="2025-05-18T08:14:42.147" v="2498" actId="1076"/>
          <ac:spMkLst>
            <pc:docMk/>
            <pc:sldMk cId="1739341184" sldId="271"/>
            <ac:spMk id="9" creationId="{644969B0-8A6D-B4F4-DCD7-6BFAFBC4BAB0}"/>
          </ac:spMkLst>
        </pc:spChg>
        <pc:spChg chg="mod topLvl">
          <ac:chgData name="XiaoMing" userId="d50fc9fa-fab7-4f03-8e16-d8e9eb183fe5" providerId="ADAL" clId="{AA8E32F2-B2D0-4F0F-9429-7F1ADB0D90FC}" dt="2025-05-18T08:14:42.147" v="2498" actId="1076"/>
          <ac:spMkLst>
            <pc:docMk/>
            <pc:sldMk cId="1739341184" sldId="271"/>
            <ac:spMk id="10" creationId="{C3AE8FEF-D63D-A349-34C8-08CE55E59BFD}"/>
          </ac:spMkLst>
        </pc:spChg>
        <pc:spChg chg="del mod">
          <ac:chgData name="XiaoMing" userId="d50fc9fa-fab7-4f03-8e16-d8e9eb183fe5" providerId="ADAL" clId="{AA8E32F2-B2D0-4F0F-9429-7F1ADB0D90FC}" dt="2025-05-18T07:56:42.833" v="1920" actId="478"/>
          <ac:spMkLst>
            <pc:docMk/>
            <pc:sldMk cId="1739341184" sldId="271"/>
            <ac:spMk id="14" creationId="{57E0465D-B7F1-261F-89A1-40C7FAD80118}"/>
          </ac:spMkLst>
        </pc:spChg>
        <pc:spChg chg="mod">
          <ac:chgData name="XiaoMing" userId="d50fc9fa-fab7-4f03-8e16-d8e9eb183fe5" providerId="ADAL" clId="{AA8E32F2-B2D0-4F0F-9429-7F1ADB0D90FC}" dt="2025-05-18T08:06:10.324" v="2298" actId="120"/>
          <ac:spMkLst>
            <pc:docMk/>
            <pc:sldMk cId="1739341184" sldId="271"/>
            <ac:spMk id="16" creationId="{6566CDA0-50F4-CBA8-6CCF-477F7747B4DA}"/>
          </ac:spMkLst>
        </pc:spChg>
        <pc:spChg chg="mod">
          <ac:chgData name="XiaoMing" userId="d50fc9fa-fab7-4f03-8e16-d8e9eb183fe5" providerId="ADAL" clId="{AA8E32F2-B2D0-4F0F-9429-7F1ADB0D90FC}" dt="2025-05-18T08:55:41" v="3289" actId="108"/>
          <ac:spMkLst>
            <pc:docMk/>
            <pc:sldMk cId="1739341184" sldId="271"/>
            <ac:spMk id="17" creationId="{7088DCC8-4AD2-867F-C58D-1F5B59B6EE3A}"/>
          </ac:spMkLst>
        </pc:spChg>
        <pc:spChg chg="mod">
          <ac:chgData name="XiaoMing" userId="d50fc9fa-fab7-4f03-8e16-d8e9eb183fe5" providerId="ADAL" clId="{AA8E32F2-B2D0-4F0F-9429-7F1ADB0D90FC}" dt="2025-05-18T08:07:45.479" v="2360" actId="120"/>
          <ac:spMkLst>
            <pc:docMk/>
            <pc:sldMk cId="1739341184" sldId="271"/>
            <ac:spMk id="18" creationId="{4E136C3A-9468-A9D2-899A-236694102B87}"/>
          </ac:spMkLst>
        </pc:spChg>
        <pc:spChg chg="mod">
          <ac:chgData name="XiaoMing" userId="d50fc9fa-fab7-4f03-8e16-d8e9eb183fe5" providerId="ADAL" clId="{AA8E32F2-B2D0-4F0F-9429-7F1ADB0D90FC}" dt="2025-05-18T08:56:28.324" v="3295" actId="108"/>
          <ac:spMkLst>
            <pc:docMk/>
            <pc:sldMk cId="1739341184" sldId="271"/>
            <ac:spMk id="19" creationId="{3CAEDBA4-4E54-57B9-C73B-9255D572CB2F}"/>
          </ac:spMkLst>
        </pc:spChg>
        <pc:spChg chg="mod">
          <ac:chgData name="XiaoMing" userId="d50fc9fa-fab7-4f03-8e16-d8e9eb183fe5" providerId="ADAL" clId="{AA8E32F2-B2D0-4F0F-9429-7F1ADB0D90FC}" dt="2025-05-18T08:15:01.702" v="2515" actId="20577"/>
          <ac:spMkLst>
            <pc:docMk/>
            <pc:sldMk cId="1739341184" sldId="271"/>
            <ac:spMk id="20" creationId="{EB1F4ADE-7EB0-8DA0-513C-182DCF9F753C}"/>
          </ac:spMkLst>
        </pc:spChg>
        <pc:spChg chg="mod">
          <ac:chgData name="XiaoMing" userId="d50fc9fa-fab7-4f03-8e16-d8e9eb183fe5" providerId="ADAL" clId="{AA8E32F2-B2D0-4F0F-9429-7F1ADB0D90FC}" dt="2025-05-18T08:55:52.653" v="3291" actId="108"/>
          <ac:spMkLst>
            <pc:docMk/>
            <pc:sldMk cId="1739341184" sldId="271"/>
            <ac:spMk id="21" creationId="{FE20B951-7D65-4972-DAEA-E319353AC14F}"/>
          </ac:spMkLst>
        </pc:spChg>
        <pc:spChg chg="mod">
          <ac:chgData name="XiaoMing" userId="d50fc9fa-fab7-4f03-8e16-d8e9eb183fe5" providerId="ADAL" clId="{AA8E32F2-B2D0-4F0F-9429-7F1ADB0D90FC}" dt="2025-05-18T07:59:43.906" v="2021" actId="165"/>
          <ac:spMkLst>
            <pc:docMk/>
            <pc:sldMk cId="1739341184" sldId="271"/>
            <ac:spMk id="23" creationId="{EFE28110-8FE2-722A-CD00-F195CC759FEE}"/>
          </ac:spMkLst>
        </pc:spChg>
        <pc:spChg chg="mod topLvl">
          <ac:chgData name="XiaoMing" userId="d50fc9fa-fab7-4f03-8e16-d8e9eb183fe5" providerId="ADAL" clId="{AA8E32F2-B2D0-4F0F-9429-7F1ADB0D90FC}" dt="2025-05-18T08:14:42.147" v="2498" actId="1076"/>
          <ac:spMkLst>
            <pc:docMk/>
            <pc:sldMk cId="1739341184" sldId="271"/>
            <ac:spMk id="24" creationId="{192A0D40-75F9-60F1-2729-32F1AC10B973}"/>
          </ac:spMkLst>
        </pc:spChg>
        <pc:spChg chg="del">
          <ac:chgData name="XiaoMing" userId="d50fc9fa-fab7-4f03-8e16-d8e9eb183fe5" providerId="ADAL" clId="{AA8E32F2-B2D0-4F0F-9429-7F1ADB0D90FC}" dt="2025-05-18T07:56:48.825" v="1922" actId="478"/>
          <ac:spMkLst>
            <pc:docMk/>
            <pc:sldMk cId="1739341184" sldId="271"/>
            <ac:spMk id="25" creationId="{26FB09BF-4A4E-2413-AD02-9B0BE3964F29}"/>
          </ac:spMkLst>
        </pc:spChg>
        <pc:spChg chg="add mod">
          <ac:chgData name="XiaoMing" userId="d50fc9fa-fab7-4f03-8e16-d8e9eb183fe5" providerId="ADAL" clId="{AA8E32F2-B2D0-4F0F-9429-7F1ADB0D90FC}" dt="2025-05-18T07:57:03.322" v="1924" actId="767"/>
          <ac:spMkLst>
            <pc:docMk/>
            <pc:sldMk cId="1739341184" sldId="271"/>
            <ac:spMk id="26" creationId="{77707555-93F7-35A1-62FA-FCA3C49E30E5}"/>
          </ac:spMkLst>
        </pc:spChg>
        <pc:spChg chg="add">
          <ac:chgData name="XiaoMing" userId="d50fc9fa-fab7-4f03-8e16-d8e9eb183fe5" providerId="ADAL" clId="{AA8E32F2-B2D0-4F0F-9429-7F1ADB0D90FC}" dt="2025-05-18T07:59:09.944" v="2008"/>
          <ac:spMkLst>
            <pc:docMk/>
            <pc:sldMk cId="1739341184" sldId="271"/>
            <ac:spMk id="27" creationId="{9FE5F32A-A79C-FA3E-213B-A0FBADCA2461}"/>
          </ac:spMkLst>
        </pc:spChg>
        <pc:spChg chg="add">
          <ac:chgData name="XiaoMing" userId="d50fc9fa-fab7-4f03-8e16-d8e9eb183fe5" providerId="ADAL" clId="{AA8E32F2-B2D0-4F0F-9429-7F1ADB0D90FC}" dt="2025-05-18T07:59:13.906" v="2009"/>
          <ac:spMkLst>
            <pc:docMk/>
            <pc:sldMk cId="1739341184" sldId="271"/>
            <ac:spMk id="28" creationId="{3BF67886-EC58-807F-0168-1FB2B016F684}"/>
          </ac:spMkLst>
        </pc:spChg>
        <pc:spChg chg="add">
          <ac:chgData name="XiaoMing" userId="d50fc9fa-fab7-4f03-8e16-d8e9eb183fe5" providerId="ADAL" clId="{AA8E32F2-B2D0-4F0F-9429-7F1ADB0D90FC}" dt="2025-05-18T07:59:16.870" v="2010"/>
          <ac:spMkLst>
            <pc:docMk/>
            <pc:sldMk cId="1739341184" sldId="271"/>
            <ac:spMk id="29" creationId="{9F21C35F-9CE4-BFB7-4716-3B5AB0FF2885}"/>
          </ac:spMkLst>
        </pc:spChg>
        <pc:spChg chg="add del mod">
          <ac:chgData name="XiaoMing" userId="d50fc9fa-fab7-4f03-8e16-d8e9eb183fe5" providerId="ADAL" clId="{AA8E32F2-B2D0-4F0F-9429-7F1ADB0D90FC}" dt="2025-05-18T07:59:27.548" v="2013" actId="478"/>
          <ac:spMkLst>
            <pc:docMk/>
            <pc:sldMk cId="1739341184" sldId="271"/>
            <ac:spMk id="30" creationId="{A29245A9-6C50-15E3-2CAE-942EB7FB6383}"/>
          </ac:spMkLst>
        </pc:spChg>
        <pc:spChg chg="add">
          <ac:chgData name="XiaoMing" userId="d50fc9fa-fab7-4f03-8e16-d8e9eb183fe5" providerId="ADAL" clId="{AA8E32F2-B2D0-4F0F-9429-7F1ADB0D90FC}" dt="2025-05-18T08:12:05.562" v="2401"/>
          <ac:spMkLst>
            <pc:docMk/>
            <pc:sldMk cId="1739341184" sldId="271"/>
            <ac:spMk id="31" creationId="{7A437AFB-E378-EDF5-233A-AD4351BB2E0F}"/>
          </ac:spMkLst>
        </pc:spChg>
        <pc:spChg chg="add del mod">
          <ac:chgData name="XiaoMing" userId="d50fc9fa-fab7-4f03-8e16-d8e9eb183fe5" providerId="ADAL" clId="{AA8E32F2-B2D0-4F0F-9429-7F1ADB0D90FC}" dt="2025-05-18T08:12:14.269" v="2405" actId="478"/>
          <ac:spMkLst>
            <pc:docMk/>
            <pc:sldMk cId="1739341184" sldId="271"/>
            <ac:spMk id="32" creationId="{D6335C0B-6625-322A-CDD8-4ED5F90D7AE0}"/>
          </ac:spMkLst>
        </pc:spChg>
        <pc:spChg chg="add mod">
          <ac:chgData name="XiaoMing" userId="d50fc9fa-fab7-4f03-8e16-d8e9eb183fe5" providerId="ADAL" clId="{AA8E32F2-B2D0-4F0F-9429-7F1ADB0D90FC}" dt="2025-05-18T09:01:19.691" v="3415" actId="1076"/>
          <ac:spMkLst>
            <pc:docMk/>
            <pc:sldMk cId="1739341184" sldId="271"/>
            <ac:spMk id="33" creationId="{6D91CA0D-426E-D166-B7D0-5A59E85834E4}"/>
          </ac:spMkLst>
        </pc:spChg>
        <pc:spChg chg="add mod">
          <ac:chgData name="XiaoMing" userId="d50fc9fa-fab7-4f03-8e16-d8e9eb183fe5" providerId="ADAL" clId="{AA8E32F2-B2D0-4F0F-9429-7F1ADB0D90FC}" dt="2025-05-18T08:57:11.596" v="3330" actId="1076"/>
          <ac:spMkLst>
            <pc:docMk/>
            <pc:sldMk cId="1739341184" sldId="271"/>
            <ac:spMk id="34" creationId="{FE84FD8E-568C-2E8F-6FF7-E4E2F7584CDA}"/>
          </ac:spMkLst>
        </pc:spChg>
        <pc:grpChg chg="mod">
          <ac:chgData name="XiaoMing" userId="d50fc9fa-fab7-4f03-8e16-d8e9eb183fe5" providerId="ADAL" clId="{AA8E32F2-B2D0-4F0F-9429-7F1ADB0D90FC}" dt="2025-05-18T07:57:18.381" v="1946" actId="1076"/>
          <ac:grpSpMkLst>
            <pc:docMk/>
            <pc:sldMk cId="1739341184" sldId="271"/>
            <ac:grpSpMk id="4" creationId="{D519E577-24D1-F8BF-2E33-D3EFEF82CBFE}"/>
          </ac:grpSpMkLst>
        </pc:grpChg>
        <pc:grpChg chg="del">
          <ac:chgData name="XiaoMing" userId="d50fc9fa-fab7-4f03-8e16-d8e9eb183fe5" providerId="ADAL" clId="{AA8E32F2-B2D0-4F0F-9429-7F1ADB0D90FC}" dt="2025-05-18T07:56:48.825" v="1922" actId="478"/>
          <ac:grpSpMkLst>
            <pc:docMk/>
            <pc:sldMk cId="1739341184" sldId="271"/>
            <ac:grpSpMk id="7" creationId="{22E691A7-8967-01F3-2FF5-5C21B195B1BC}"/>
          </ac:grpSpMkLst>
        </pc:grpChg>
        <pc:grpChg chg="mod">
          <ac:chgData name="XiaoMing" userId="d50fc9fa-fab7-4f03-8e16-d8e9eb183fe5" providerId="ADAL" clId="{AA8E32F2-B2D0-4F0F-9429-7F1ADB0D90FC}" dt="2025-05-18T08:14:42.147" v="2498" actId="1076"/>
          <ac:grpSpMkLst>
            <pc:docMk/>
            <pc:sldMk cId="1739341184" sldId="271"/>
            <ac:grpSpMk id="11" creationId="{625CEAEE-98F8-0858-18EE-21F344A268A6}"/>
          </ac:grpSpMkLst>
        </pc:grpChg>
        <pc:grpChg chg="mod">
          <ac:chgData name="XiaoMing" userId="d50fc9fa-fab7-4f03-8e16-d8e9eb183fe5" providerId="ADAL" clId="{AA8E32F2-B2D0-4F0F-9429-7F1ADB0D90FC}" dt="2025-05-18T08:56:00.765" v="3293" actId="1076"/>
          <ac:grpSpMkLst>
            <pc:docMk/>
            <pc:sldMk cId="1739341184" sldId="271"/>
            <ac:grpSpMk id="12" creationId="{0B43CFC5-C777-F1E8-308F-8AC704858E9D}"/>
          </ac:grpSpMkLst>
        </pc:grpChg>
        <pc:grpChg chg="mod">
          <ac:chgData name="XiaoMing" userId="d50fc9fa-fab7-4f03-8e16-d8e9eb183fe5" providerId="ADAL" clId="{AA8E32F2-B2D0-4F0F-9429-7F1ADB0D90FC}" dt="2025-05-18T08:14:42.147" v="2498" actId="1076"/>
          <ac:grpSpMkLst>
            <pc:docMk/>
            <pc:sldMk cId="1739341184" sldId="271"/>
            <ac:grpSpMk id="13" creationId="{FAD28C8B-7230-D22A-2E29-1AD4DF64FB12}"/>
          </ac:grpSpMkLst>
        </pc:grpChg>
        <pc:grpChg chg="mod">
          <ac:chgData name="XiaoMing" userId="d50fc9fa-fab7-4f03-8e16-d8e9eb183fe5" providerId="ADAL" clId="{AA8E32F2-B2D0-4F0F-9429-7F1ADB0D90FC}" dt="2025-05-18T08:21:18.201" v="2586" actId="14100"/>
          <ac:grpSpMkLst>
            <pc:docMk/>
            <pc:sldMk cId="1739341184" sldId="271"/>
            <ac:grpSpMk id="15" creationId="{01ECFEA2-C6B4-4B06-D219-088D166694B8}"/>
          </ac:grpSpMkLst>
        </pc:grpChg>
      </pc:sldChg>
      <pc:sldChg chg="add del">
        <pc:chgData name="XiaoMing" userId="d50fc9fa-fab7-4f03-8e16-d8e9eb183fe5" providerId="ADAL" clId="{AA8E32F2-B2D0-4F0F-9429-7F1ADB0D90FC}" dt="2025-05-18T06:14:37.682" v="84" actId="47"/>
        <pc:sldMkLst>
          <pc:docMk/>
          <pc:sldMk cId="2372962183" sldId="271"/>
        </pc:sldMkLst>
      </pc:sldChg>
      <pc:sldChg chg="add del">
        <pc:chgData name="XiaoMing" userId="d50fc9fa-fab7-4f03-8e16-d8e9eb183fe5" providerId="ADAL" clId="{AA8E32F2-B2D0-4F0F-9429-7F1ADB0D90FC}" dt="2025-05-18T06:14:37.063" v="83" actId="47"/>
        <pc:sldMkLst>
          <pc:docMk/>
          <pc:sldMk cId="1305204618" sldId="272"/>
        </pc:sldMkLst>
      </pc:sldChg>
      <pc:sldChg chg="addSp delSp modSp new mod modAnim">
        <pc:chgData name="XiaoMing" userId="d50fc9fa-fab7-4f03-8e16-d8e9eb183fe5" providerId="ADAL" clId="{AA8E32F2-B2D0-4F0F-9429-7F1ADB0D90FC}" dt="2025-05-18T09:00:55.408" v="3414" actId="108"/>
        <pc:sldMkLst>
          <pc:docMk/>
          <pc:sldMk cId="2391742788" sldId="272"/>
        </pc:sldMkLst>
        <pc:spChg chg="mod">
          <ac:chgData name="XiaoMing" userId="d50fc9fa-fab7-4f03-8e16-d8e9eb183fe5" providerId="ADAL" clId="{AA8E32F2-B2D0-4F0F-9429-7F1ADB0D90FC}" dt="2025-05-18T08:58:16.097" v="3335" actId="20577"/>
          <ac:spMkLst>
            <pc:docMk/>
            <pc:sldMk cId="2391742788" sldId="272"/>
            <ac:spMk id="2" creationId="{C1A60F3F-FE40-B6CD-6A34-C9349C31848A}"/>
          </ac:spMkLst>
        </pc:spChg>
        <pc:spChg chg="del">
          <ac:chgData name="XiaoMing" userId="d50fc9fa-fab7-4f03-8e16-d8e9eb183fe5" providerId="ADAL" clId="{AA8E32F2-B2D0-4F0F-9429-7F1ADB0D90FC}" dt="2025-05-18T08:17:49.523" v="2543" actId="478"/>
          <ac:spMkLst>
            <pc:docMk/>
            <pc:sldMk cId="2391742788" sldId="272"/>
            <ac:spMk id="3" creationId="{02501187-A104-B34B-66C6-65421CE6A7B2}"/>
          </ac:spMkLst>
        </pc:spChg>
        <pc:spChg chg="add mod">
          <ac:chgData name="XiaoMing" userId="d50fc9fa-fab7-4f03-8e16-d8e9eb183fe5" providerId="ADAL" clId="{AA8E32F2-B2D0-4F0F-9429-7F1ADB0D90FC}" dt="2025-05-18T09:00:14.160" v="3389" actId="108"/>
          <ac:spMkLst>
            <pc:docMk/>
            <pc:sldMk cId="2391742788" sldId="272"/>
            <ac:spMk id="6" creationId="{3A72337A-272F-4ED0-66E5-74D20511D509}"/>
          </ac:spMkLst>
        </pc:spChg>
        <pc:spChg chg="add mod">
          <ac:chgData name="XiaoMing" userId="d50fc9fa-fab7-4f03-8e16-d8e9eb183fe5" providerId="ADAL" clId="{AA8E32F2-B2D0-4F0F-9429-7F1ADB0D90FC}" dt="2025-05-18T08:37:32.485" v="2952" actId="1076"/>
          <ac:spMkLst>
            <pc:docMk/>
            <pc:sldMk cId="2391742788" sldId="272"/>
            <ac:spMk id="7" creationId="{32284AB7-FCFF-F054-E275-70AC1158431D}"/>
          </ac:spMkLst>
        </pc:spChg>
        <pc:spChg chg="add mod">
          <ac:chgData name="XiaoMing" userId="d50fc9fa-fab7-4f03-8e16-d8e9eb183fe5" providerId="ADAL" clId="{AA8E32F2-B2D0-4F0F-9429-7F1ADB0D90FC}" dt="2025-05-18T08:45:03.943" v="3000" actId="1076"/>
          <ac:spMkLst>
            <pc:docMk/>
            <pc:sldMk cId="2391742788" sldId="272"/>
            <ac:spMk id="8" creationId="{6B4A7275-6E27-CB3B-CDA2-698C09A1C7F4}"/>
          </ac:spMkLst>
        </pc:spChg>
        <pc:spChg chg="add mod">
          <ac:chgData name="XiaoMing" userId="d50fc9fa-fab7-4f03-8e16-d8e9eb183fe5" providerId="ADAL" clId="{AA8E32F2-B2D0-4F0F-9429-7F1ADB0D90FC}" dt="2025-05-18T08:45:07.743" v="3001" actId="1076"/>
          <ac:spMkLst>
            <pc:docMk/>
            <pc:sldMk cId="2391742788" sldId="272"/>
            <ac:spMk id="11" creationId="{A7D4A285-A826-2542-5345-BC012EB37985}"/>
          </ac:spMkLst>
        </pc:spChg>
        <pc:spChg chg="add mod">
          <ac:chgData name="XiaoMing" userId="d50fc9fa-fab7-4f03-8e16-d8e9eb183fe5" providerId="ADAL" clId="{AA8E32F2-B2D0-4F0F-9429-7F1ADB0D90FC}" dt="2025-05-18T09:00:55.408" v="3414" actId="108"/>
          <ac:spMkLst>
            <pc:docMk/>
            <pc:sldMk cId="2391742788" sldId="272"/>
            <ac:spMk id="12" creationId="{70EDC109-DCD2-1890-4AAA-22E4038FDCF5}"/>
          </ac:spMkLst>
        </pc:spChg>
        <pc:picChg chg="add mod">
          <ac:chgData name="XiaoMing" userId="d50fc9fa-fab7-4f03-8e16-d8e9eb183fe5" providerId="ADAL" clId="{AA8E32F2-B2D0-4F0F-9429-7F1ADB0D90FC}" dt="2025-05-18T08:37:32.485" v="2952" actId="1076"/>
          <ac:picMkLst>
            <pc:docMk/>
            <pc:sldMk cId="2391742788" sldId="272"/>
            <ac:picMk id="5" creationId="{860CC5BC-00DA-2E1C-B304-E24AAA9CD38F}"/>
          </ac:picMkLst>
        </pc:picChg>
        <pc:picChg chg="add mod">
          <ac:chgData name="XiaoMing" userId="d50fc9fa-fab7-4f03-8e16-d8e9eb183fe5" providerId="ADAL" clId="{AA8E32F2-B2D0-4F0F-9429-7F1ADB0D90FC}" dt="2025-05-18T08:45:07.743" v="3001" actId="1076"/>
          <ac:picMkLst>
            <pc:docMk/>
            <pc:sldMk cId="2391742788" sldId="272"/>
            <ac:picMk id="10" creationId="{AA0C48F8-2FF7-9AE3-6264-2E4BF12E3948}"/>
          </ac:picMkLst>
        </pc:picChg>
      </pc:sldChg>
      <pc:sldChg chg="del">
        <pc:chgData name="XiaoMing" userId="d50fc9fa-fab7-4f03-8e16-d8e9eb183fe5" providerId="ADAL" clId="{AA8E32F2-B2D0-4F0F-9429-7F1ADB0D90FC}" dt="2025-05-18T06:12:22.414" v="3" actId="47"/>
        <pc:sldMkLst>
          <pc:docMk/>
          <pc:sldMk cId="1263501205" sldId="273"/>
        </pc:sldMkLst>
      </pc:sldChg>
      <pc:sldChg chg="addSp delSp modSp new mod modAnim">
        <pc:chgData name="XiaoMing" userId="d50fc9fa-fab7-4f03-8e16-d8e9eb183fe5" providerId="ADAL" clId="{AA8E32F2-B2D0-4F0F-9429-7F1ADB0D90FC}" dt="2025-05-18T09:57:30.372" v="4282"/>
        <pc:sldMkLst>
          <pc:docMk/>
          <pc:sldMk cId="1758821968" sldId="273"/>
        </pc:sldMkLst>
        <pc:spChg chg="mod">
          <ac:chgData name="XiaoMing" userId="d50fc9fa-fab7-4f03-8e16-d8e9eb183fe5" providerId="ADAL" clId="{AA8E32F2-B2D0-4F0F-9429-7F1ADB0D90FC}" dt="2025-05-18T08:58:41.966" v="3363" actId="20577"/>
          <ac:spMkLst>
            <pc:docMk/>
            <pc:sldMk cId="1758821968" sldId="273"/>
            <ac:spMk id="2" creationId="{89085811-ADC6-C0C3-7D8E-B5A6596DCBD9}"/>
          </ac:spMkLst>
        </pc:spChg>
        <pc:spChg chg="del">
          <ac:chgData name="XiaoMing" userId="d50fc9fa-fab7-4f03-8e16-d8e9eb183fe5" providerId="ADAL" clId="{AA8E32F2-B2D0-4F0F-9429-7F1ADB0D90FC}" dt="2025-05-18T08:57:51.284" v="3334" actId="478"/>
          <ac:spMkLst>
            <pc:docMk/>
            <pc:sldMk cId="1758821968" sldId="273"/>
            <ac:spMk id="3" creationId="{C9984EC5-F50B-9FB9-63EA-AECFF9A5B03C}"/>
          </ac:spMkLst>
        </pc:spChg>
        <pc:spChg chg="add del mod">
          <ac:chgData name="XiaoMing" userId="d50fc9fa-fab7-4f03-8e16-d8e9eb183fe5" providerId="ADAL" clId="{AA8E32F2-B2D0-4F0F-9429-7F1ADB0D90FC}" dt="2025-05-18T09:01:57.256" v="3423" actId="47"/>
          <ac:spMkLst>
            <pc:docMk/>
            <pc:sldMk cId="1758821968" sldId="273"/>
            <ac:spMk id="4" creationId="{773DE5E8-3C3F-AEA0-286D-11C7142CFC4C}"/>
          </ac:spMkLst>
        </pc:spChg>
        <pc:spChg chg="add del mod">
          <ac:chgData name="XiaoMing" userId="d50fc9fa-fab7-4f03-8e16-d8e9eb183fe5" providerId="ADAL" clId="{AA8E32F2-B2D0-4F0F-9429-7F1ADB0D90FC}" dt="2025-05-18T09:01:57.660" v="3424" actId="767"/>
          <ac:spMkLst>
            <pc:docMk/>
            <pc:sldMk cId="1758821968" sldId="273"/>
            <ac:spMk id="5" creationId="{A972AA74-ED97-1530-63D2-8F524A75CCE5}"/>
          </ac:spMkLst>
        </pc:spChg>
        <pc:spChg chg="mod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7" creationId="{1B730685-BEFB-5F3F-5248-49B8B74B13E2}"/>
          </ac:spMkLst>
        </pc:spChg>
        <pc:spChg chg="mod">
          <ac:chgData name="XiaoMing" userId="d50fc9fa-fab7-4f03-8e16-d8e9eb183fe5" providerId="ADAL" clId="{AA8E32F2-B2D0-4F0F-9429-7F1ADB0D90FC}" dt="2025-05-18T09:55:29.080" v="4263" actId="20577"/>
          <ac:spMkLst>
            <pc:docMk/>
            <pc:sldMk cId="1758821968" sldId="273"/>
            <ac:spMk id="8" creationId="{A8E61F0E-FB9E-0679-86BF-ADDCFCAF48FE}"/>
          </ac:spMkLst>
        </pc:spChg>
        <pc:spChg chg="mod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10" creationId="{DAAF8765-B91F-E712-F6C2-E7E8D1295201}"/>
          </ac:spMkLst>
        </pc:spChg>
        <pc:spChg chg="mod">
          <ac:chgData name="XiaoMing" userId="d50fc9fa-fab7-4f03-8e16-d8e9eb183fe5" providerId="ADAL" clId="{AA8E32F2-B2D0-4F0F-9429-7F1ADB0D90FC}" dt="2025-05-18T09:47:53.750" v="4155" actId="1076"/>
          <ac:spMkLst>
            <pc:docMk/>
            <pc:sldMk cId="1758821968" sldId="273"/>
            <ac:spMk id="11" creationId="{80AA63CD-2FD9-EA86-7564-415293F3C888}"/>
          </ac:spMkLst>
        </pc:spChg>
        <pc:spChg chg="mod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14" creationId="{EE676D7B-23AE-EF7F-B84A-AECB1382F541}"/>
          </ac:spMkLst>
        </pc:spChg>
        <pc:spChg chg="mod">
          <ac:chgData name="XiaoMing" userId="d50fc9fa-fab7-4f03-8e16-d8e9eb183fe5" providerId="ADAL" clId="{AA8E32F2-B2D0-4F0F-9429-7F1ADB0D90FC}" dt="2025-05-18T09:56:14.767" v="4273" actId="14100"/>
          <ac:spMkLst>
            <pc:docMk/>
            <pc:sldMk cId="1758821968" sldId="273"/>
            <ac:spMk id="15" creationId="{45C1A140-74D7-3A26-AF94-BC478CCB12E0}"/>
          </ac:spMkLst>
        </pc:spChg>
        <pc:spChg chg="mod">
          <ac:chgData name="XiaoMing" userId="d50fc9fa-fab7-4f03-8e16-d8e9eb183fe5" providerId="ADAL" clId="{AA8E32F2-B2D0-4F0F-9429-7F1ADB0D90FC}" dt="2025-05-18T09:50:09.799" v="4182" actId="20577"/>
          <ac:spMkLst>
            <pc:docMk/>
            <pc:sldMk cId="1758821968" sldId="273"/>
            <ac:spMk id="18" creationId="{E79020B5-E798-BF19-975C-05FCA1E955E4}"/>
          </ac:spMkLst>
        </pc:spChg>
        <pc:spChg chg="mod topLvl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21" creationId="{D01B793C-F369-3309-140E-7A275534F02C}"/>
          </ac:spMkLst>
        </pc:spChg>
        <pc:spChg chg="mod">
          <ac:chgData name="XiaoMing" userId="d50fc9fa-fab7-4f03-8e16-d8e9eb183fe5" providerId="ADAL" clId="{AA8E32F2-B2D0-4F0F-9429-7F1ADB0D90FC}" dt="2025-05-18T09:54:46.409" v="4244" actId="108"/>
          <ac:spMkLst>
            <pc:docMk/>
            <pc:sldMk cId="1758821968" sldId="273"/>
            <ac:spMk id="22" creationId="{718BB4B2-9B61-1042-2514-BC8040D7D661}"/>
          </ac:spMkLst>
        </pc:spChg>
        <pc:spChg chg="mod">
          <ac:chgData name="XiaoMing" userId="d50fc9fa-fab7-4f03-8e16-d8e9eb183fe5" providerId="ADAL" clId="{AA8E32F2-B2D0-4F0F-9429-7F1ADB0D90FC}" dt="2025-05-18T09:20:17.060" v="3468" actId="165"/>
          <ac:spMkLst>
            <pc:docMk/>
            <pc:sldMk cId="1758821968" sldId="273"/>
            <ac:spMk id="24" creationId="{DDAF36E8-25FA-58DF-A93C-B232004EF560}"/>
          </ac:spMkLst>
        </pc:spChg>
        <pc:spChg chg="mod">
          <ac:chgData name="XiaoMing" userId="d50fc9fa-fab7-4f03-8e16-d8e9eb183fe5" providerId="ADAL" clId="{AA8E32F2-B2D0-4F0F-9429-7F1ADB0D90FC}" dt="2025-05-18T09:46:39.428" v="4139" actId="20577"/>
          <ac:spMkLst>
            <pc:docMk/>
            <pc:sldMk cId="1758821968" sldId="273"/>
            <ac:spMk id="25" creationId="{71D01AD1-72A2-F58E-E948-BD7B65F43181}"/>
          </ac:spMkLst>
        </pc:spChg>
        <pc:spChg chg="mod topLvl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28" creationId="{944578EA-16A6-E0D0-4891-A4272085FC0C}"/>
          </ac:spMkLst>
        </pc:spChg>
        <pc:spChg chg="mod topLvl">
          <ac:chgData name="XiaoMing" userId="d50fc9fa-fab7-4f03-8e16-d8e9eb183fe5" providerId="ADAL" clId="{AA8E32F2-B2D0-4F0F-9429-7F1ADB0D90FC}" dt="2025-05-18T09:53:11.619" v="4220" actId="404"/>
          <ac:spMkLst>
            <pc:docMk/>
            <pc:sldMk cId="1758821968" sldId="273"/>
            <ac:spMk id="29" creationId="{822E77F1-1A41-C2FE-182A-AE2BF215BF22}"/>
          </ac:spMkLst>
        </pc:spChg>
        <pc:spChg chg="mod">
          <ac:chgData name="XiaoMing" userId="d50fc9fa-fab7-4f03-8e16-d8e9eb183fe5" providerId="ADAL" clId="{AA8E32F2-B2D0-4F0F-9429-7F1ADB0D90FC}" dt="2025-05-18T09:20:08.573" v="3467" actId="208"/>
          <ac:spMkLst>
            <pc:docMk/>
            <pc:sldMk cId="1758821968" sldId="273"/>
            <ac:spMk id="31" creationId="{ED3FD035-544B-A76B-C04C-5AD709698661}"/>
          </ac:spMkLst>
        </pc:spChg>
        <pc:spChg chg="mod">
          <ac:chgData name="XiaoMing" userId="d50fc9fa-fab7-4f03-8e16-d8e9eb183fe5" providerId="ADAL" clId="{AA8E32F2-B2D0-4F0F-9429-7F1ADB0D90FC}" dt="2025-05-18T09:40:15.379" v="4013" actId="113"/>
          <ac:spMkLst>
            <pc:docMk/>
            <pc:sldMk cId="1758821968" sldId="273"/>
            <ac:spMk id="32" creationId="{00B19F8F-3AD7-8E9C-CDA8-8DEE3ED14240}"/>
          </ac:spMkLst>
        </pc:spChg>
        <pc:spChg chg="mod topLvl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35" creationId="{4320EC18-97CA-2410-3597-100FA7970414}"/>
          </ac:spMkLst>
        </pc:spChg>
        <pc:spChg chg="mod topLvl">
          <ac:chgData name="XiaoMing" userId="d50fc9fa-fab7-4f03-8e16-d8e9eb183fe5" providerId="ADAL" clId="{AA8E32F2-B2D0-4F0F-9429-7F1ADB0D90FC}" dt="2025-05-18T09:53:23.479" v="4223" actId="20578"/>
          <ac:spMkLst>
            <pc:docMk/>
            <pc:sldMk cId="1758821968" sldId="273"/>
            <ac:spMk id="36" creationId="{F3F649C5-B855-329A-CE8C-AA9D03DFBD37}"/>
          </ac:spMkLst>
        </pc:spChg>
        <pc:spChg chg="mod">
          <ac:chgData name="XiaoMing" userId="d50fc9fa-fab7-4f03-8e16-d8e9eb183fe5" providerId="ADAL" clId="{AA8E32F2-B2D0-4F0F-9429-7F1ADB0D90FC}" dt="2025-05-18T09:20:17.060" v="3468" actId="165"/>
          <ac:spMkLst>
            <pc:docMk/>
            <pc:sldMk cId="1758821968" sldId="273"/>
            <ac:spMk id="38" creationId="{59BB8160-4346-C33A-3020-6343D38339DF}"/>
          </ac:spMkLst>
        </pc:spChg>
        <pc:spChg chg="mod">
          <ac:chgData name="XiaoMing" userId="d50fc9fa-fab7-4f03-8e16-d8e9eb183fe5" providerId="ADAL" clId="{AA8E32F2-B2D0-4F0F-9429-7F1ADB0D90FC}" dt="2025-05-18T09:47:41.505" v="4153" actId="404"/>
          <ac:spMkLst>
            <pc:docMk/>
            <pc:sldMk cId="1758821968" sldId="273"/>
            <ac:spMk id="39" creationId="{D0359EB8-32A2-2410-4B69-E4E43FDAD740}"/>
          </ac:spMkLst>
        </pc:spChg>
        <pc:spChg chg="mod">
          <ac:chgData name="XiaoMing" userId="d50fc9fa-fab7-4f03-8e16-d8e9eb183fe5" providerId="ADAL" clId="{AA8E32F2-B2D0-4F0F-9429-7F1ADB0D90FC}" dt="2025-05-18T09:41:54.940" v="4116" actId="1076"/>
          <ac:spMkLst>
            <pc:docMk/>
            <pc:sldMk cId="1758821968" sldId="273"/>
            <ac:spMk id="42" creationId="{8A5CD0BC-BCE9-F64F-EBFB-B70044E8803E}"/>
          </ac:spMkLst>
        </pc:spChg>
        <pc:spChg chg="add del mod">
          <ac:chgData name="XiaoMing" userId="d50fc9fa-fab7-4f03-8e16-d8e9eb183fe5" providerId="ADAL" clId="{AA8E32F2-B2D0-4F0F-9429-7F1ADB0D90FC}" dt="2025-05-18T09:55:02.060" v="4246" actId="108"/>
          <ac:spMkLst>
            <pc:docMk/>
            <pc:sldMk cId="1758821968" sldId="273"/>
            <ac:spMk id="43" creationId="{937C840A-C3F3-3261-D987-DD75D8E3B441}"/>
          </ac:spMkLst>
        </pc:spChg>
        <pc:spChg chg="mod">
          <ac:chgData name="XiaoMing" userId="d50fc9fa-fab7-4f03-8e16-d8e9eb183fe5" providerId="ADAL" clId="{AA8E32F2-B2D0-4F0F-9429-7F1ADB0D90FC}" dt="2025-05-18T09:20:35.234" v="3469" actId="208"/>
          <ac:spMkLst>
            <pc:docMk/>
            <pc:sldMk cId="1758821968" sldId="273"/>
            <ac:spMk id="45" creationId="{4B2ADA59-9FC5-D26E-190A-8F76912D80A2}"/>
          </ac:spMkLst>
        </pc:spChg>
        <pc:spChg chg="mod">
          <ac:chgData name="XiaoMing" userId="d50fc9fa-fab7-4f03-8e16-d8e9eb183fe5" providerId="ADAL" clId="{AA8E32F2-B2D0-4F0F-9429-7F1ADB0D90FC}" dt="2025-05-18T09:41:16.142" v="4040" actId="20577"/>
          <ac:spMkLst>
            <pc:docMk/>
            <pc:sldMk cId="1758821968" sldId="273"/>
            <ac:spMk id="46" creationId="{4BF60332-C0F7-E93D-692D-074AC3FDCBC5}"/>
          </ac:spMkLst>
        </pc:spChg>
        <pc:spChg chg="mod">
          <ac:chgData name="XiaoMing" userId="d50fc9fa-fab7-4f03-8e16-d8e9eb183fe5" providerId="ADAL" clId="{AA8E32F2-B2D0-4F0F-9429-7F1ADB0D90FC}" dt="2025-05-18T09:21:39.517" v="3483" actId="207"/>
          <ac:spMkLst>
            <pc:docMk/>
            <pc:sldMk cId="1758821968" sldId="273"/>
            <ac:spMk id="49" creationId="{8CDEF5C2-3D73-BADA-BC2B-2E84E5D52131}"/>
          </ac:spMkLst>
        </pc:spChg>
        <pc:spChg chg="add del mod">
          <ac:chgData name="XiaoMing" userId="d50fc9fa-fab7-4f03-8e16-d8e9eb183fe5" providerId="ADAL" clId="{AA8E32F2-B2D0-4F0F-9429-7F1ADB0D90FC}" dt="2025-05-18T09:22:38.242" v="3573" actId="20577"/>
          <ac:spMkLst>
            <pc:docMk/>
            <pc:sldMk cId="1758821968" sldId="273"/>
            <ac:spMk id="50" creationId="{B882746A-F87A-BE15-0C5A-04DF6FE58ABF}"/>
          </ac:spMkLst>
        </pc:spChg>
        <pc:spChg chg="mod topLvl">
          <ac:chgData name="XiaoMing" userId="d50fc9fa-fab7-4f03-8e16-d8e9eb183fe5" providerId="ADAL" clId="{AA8E32F2-B2D0-4F0F-9429-7F1ADB0D90FC}" dt="2025-05-18T09:22:08.454" v="3546" actId="20577"/>
          <ac:spMkLst>
            <pc:docMk/>
            <pc:sldMk cId="1758821968" sldId="273"/>
            <ac:spMk id="51" creationId="{A2EEADC6-8457-F37A-2224-B5F6A5D58376}"/>
          </ac:spMkLst>
        </pc:spChg>
        <pc:spChg chg="add">
          <ac:chgData name="XiaoMing" userId="d50fc9fa-fab7-4f03-8e16-d8e9eb183fe5" providerId="ADAL" clId="{AA8E32F2-B2D0-4F0F-9429-7F1ADB0D90FC}" dt="2025-05-18T09:37:21.390" v="3949"/>
          <ac:spMkLst>
            <pc:docMk/>
            <pc:sldMk cId="1758821968" sldId="273"/>
            <ac:spMk id="52" creationId="{05FF1FC8-41F7-C033-D46C-41F615CEF7F4}"/>
          </ac:spMkLst>
        </pc:spChg>
        <pc:spChg chg="add del mod">
          <ac:chgData name="XiaoMing" userId="d50fc9fa-fab7-4f03-8e16-d8e9eb183fe5" providerId="ADAL" clId="{AA8E32F2-B2D0-4F0F-9429-7F1ADB0D90FC}" dt="2025-05-18T09:37:36.349" v="3953" actId="478"/>
          <ac:spMkLst>
            <pc:docMk/>
            <pc:sldMk cId="1758821968" sldId="273"/>
            <ac:spMk id="53" creationId="{6274ED75-2F8C-E887-FEF0-51EA43E6A326}"/>
          </ac:spMkLst>
        </pc:spChg>
        <pc:picChg chg="del">
          <ac:chgData name="XiaoMing" userId="d50fc9fa-fab7-4f03-8e16-d8e9eb183fe5" providerId="ADAL" clId="{AA8E32F2-B2D0-4F0F-9429-7F1ADB0D90FC}" dt="2025-05-18T09:21:20.825" v="3477" actId="478"/>
          <ac:picMkLst>
            <pc:docMk/>
            <pc:sldMk cId="1758821968" sldId="273"/>
            <ac:picMk id="12" creationId="{E4A7C40A-5BAC-C52C-8ABB-C88A873AD3E2}"/>
          </ac:picMkLst>
        </pc:picChg>
        <pc:picChg chg="del">
          <ac:chgData name="XiaoMing" userId="d50fc9fa-fab7-4f03-8e16-d8e9eb183fe5" providerId="ADAL" clId="{AA8E32F2-B2D0-4F0F-9429-7F1ADB0D90FC}" dt="2025-05-18T09:21:24.444" v="3479" actId="478"/>
          <ac:picMkLst>
            <pc:docMk/>
            <pc:sldMk cId="1758821968" sldId="273"/>
            <ac:picMk id="19" creationId="{62C39583-B774-9C17-4CA3-6A625A6A6D7B}"/>
          </ac:picMkLst>
        </pc:picChg>
        <pc:picChg chg="del">
          <ac:chgData name="XiaoMing" userId="d50fc9fa-fab7-4f03-8e16-d8e9eb183fe5" providerId="ADAL" clId="{AA8E32F2-B2D0-4F0F-9429-7F1ADB0D90FC}" dt="2025-05-18T09:21:25.877" v="3480" actId="478"/>
          <ac:picMkLst>
            <pc:docMk/>
            <pc:sldMk cId="1758821968" sldId="273"/>
            <ac:picMk id="26" creationId="{F0F58710-977F-9773-EDFF-1AA9CF8B158B}"/>
          </ac:picMkLst>
        </pc:picChg>
        <pc:picChg chg="del mod">
          <ac:chgData name="XiaoMing" userId="d50fc9fa-fab7-4f03-8e16-d8e9eb183fe5" providerId="ADAL" clId="{AA8E32F2-B2D0-4F0F-9429-7F1ADB0D90FC}" dt="2025-05-18T09:21:18.669" v="3476" actId="478"/>
          <ac:picMkLst>
            <pc:docMk/>
            <pc:sldMk cId="1758821968" sldId="273"/>
            <ac:picMk id="33" creationId="{79233E11-45AF-A0AC-7E5F-5DC785C9B3B3}"/>
          </ac:picMkLst>
        </pc:picChg>
        <pc:picChg chg="del">
          <ac:chgData name="XiaoMing" userId="d50fc9fa-fab7-4f03-8e16-d8e9eb183fe5" providerId="ADAL" clId="{AA8E32F2-B2D0-4F0F-9429-7F1ADB0D90FC}" dt="2025-05-18T09:21:27.019" v="3481" actId="478"/>
          <ac:picMkLst>
            <pc:docMk/>
            <pc:sldMk cId="1758821968" sldId="273"/>
            <ac:picMk id="40" creationId="{FCBCD65D-4086-F82F-4CBC-DB429AE7B804}"/>
          </ac:picMkLst>
        </pc:picChg>
        <pc:picChg chg="del">
          <ac:chgData name="XiaoMing" userId="d50fc9fa-fab7-4f03-8e16-d8e9eb183fe5" providerId="ADAL" clId="{AA8E32F2-B2D0-4F0F-9429-7F1ADB0D90FC}" dt="2025-05-18T09:21:22.874" v="3478" actId="478"/>
          <ac:picMkLst>
            <pc:docMk/>
            <pc:sldMk cId="1758821968" sldId="273"/>
            <ac:picMk id="47" creationId="{1E179C2D-8031-D5F4-2EE8-B1DE22FFADDE}"/>
          </ac:picMkLst>
        </pc:picChg>
      </pc:sldChg>
      <pc:sldChg chg="addSp delSp modSp new mod modAnim">
        <pc:chgData name="XiaoMing" userId="d50fc9fa-fab7-4f03-8e16-d8e9eb183fe5" providerId="ADAL" clId="{AA8E32F2-B2D0-4F0F-9429-7F1ADB0D90FC}" dt="2025-05-18T11:47:25.517" v="4757"/>
        <pc:sldMkLst>
          <pc:docMk/>
          <pc:sldMk cId="1464487159" sldId="274"/>
        </pc:sldMkLst>
        <pc:spChg chg="mod">
          <ac:chgData name="XiaoMing" userId="d50fc9fa-fab7-4f03-8e16-d8e9eb183fe5" providerId="ADAL" clId="{AA8E32F2-B2D0-4F0F-9429-7F1ADB0D90FC}" dt="2025-05-18T10:08:45.109" v="4320" actId="20577"/>
          <ac:spMkLst>
            <pc:docMk/>
            <pc:sldMk cId="1464487159" sldId="274"/>
            <ac:spMk id="2" creationId="{87BAEF16-B492-D301-39A9-930AD65FC801}"/>
          </ac:spMkLst>
        </pc:spChg>
        <pc:spChg chg="del">
          <ac:chgData name="XiaoMing" userId="d50fc9fa-fab7-4f03-8e16-d8e9eb183fe5" providerId="ADAL" clId="{AA8E32F2-B2D0-4F0F-9429-7F1ADB0D90FC}" dt="2025-05-18T10:08:30.711" v="4302" actId="478"/>
          <ac:spMkLst>
            <pc:docMk/>
            <pc:sldMk cId="1464487159" sldId="274"/>
            <ac:spMk id="3" creationId="{61F20A45-F96A-4B7B-2A68-700B8CA20ABE}"/>
          </ac:spMkLst>
        </pc:spChg>
        <pc:spChg chg="add del mod">
          <ac:chgData name="XiaoMing" userId="d50fc9fa-fab7-4f03-8e16-d8e9eb183fe5" providerId="ADAL" clId="{AA8E32F2-B2D0-4F0F-9429-7F1ADB0D90FC}" dt="2025-05-18T10:59:30.922" v="4325" actId="47"/>
          <ac:spMkLst>
            <pc:docMk/>
            <pc:sldMk cId="1464487159" sldId="274"/>
            <ac:spMk id="4" creationId="{B1C9E245-56A1-44B6-9814-4704FC8690C5}"/>
          </ac:spMkLst>
        </pc:spChg>
        <pc:spChg chg="add mod">
          <ac:chgData name="XiaoMing" userId="d50fc9fa-fab7-4f03-8e16-d8e9eb183fe5" providerId="ADAL" clId="{AA8E32F2-B2D0-4F0F-9429-7F1ADB0D90FC}" dt="2025-05-18T11:41:56.543" v="4569" actId="1036"/>
          <ac:spMkLst>
            <pc:docMk/>
            <pc:sldMk cId="1464487159" sldId="274"/>
            <ac:spMk id="5" creationId="{0D17491F-EBD8-BBC3-8E07-455D75962142}"/>
          </ac:spMkLst>
        </pc:spChg>
        <pc:spChg chg="add del mod">
          <ac:chgData name="XiaoMing" userId="d50fc9fa-fab7-4f03-8e16-d8e9eb183fe5" providerId="ADAL" clId="{AA8E32F2-B2D0-4F0F-9429-7F1ADB0D90FC}" dt="2025-05-18T11:01:45.258" v="4373" actId="478"/>
          <ac:spMkLst>
            <pc:docMk/>
            <pc:sldMk cId="1464487159" sldId="274"/>
            <ac:spMk id="10" creationId="{CEFAE22E-695C-68EA-536F-D1EB0DB1D1CC}"/>
          </ac:spMkLst>
        </pc:spChg>
        <pc:spChg chg="add mod">
          <ac:chgData name="XiaoMing" userId="d50fc9fa-fab7-4f03-8e16-d8e9eb183fe5" providerId="ADAL" clId="{AA8E32F2-B2D0-4F0F-9429-7F1ADB0D90FC}" dt="2025-05-18T11:41:56.543" v="4569" actId="1036"/>
          <ac:spMkLst>
            <pc:docMk/>
            <pc:sldMk cId="1464487159" sldId="274"/>
            <ac:spMk id="11" creationId="{E688EE59-80A5-1DE6-F05E-69A7132E3411}"/>
          </ac:spMkLst>
        </pc:spChg>
        <pc:spChg chg="add mod">
          <ac:chgData name="XiaoMing" userId="d50fc9fa-fab7-4f03-8e16-d8e9eb183fe5" providerId="ADAL" clId="{AA8E32F2-B2D0-4F0F-9429-7F1ADB0D90FC}" dt="2025-05-18T11:45:22.053" v="4632" actId="14100"/>
          <ac:spMkLst>
            <pc:docMk/>
            <pc:sldMk cId="1464487159" sldId="274"/>
            <ac:spMk id="12" creationId="{CFB4B7E9-0842-BC5E-89C5-15F292C19A2F}"/>
          </ac:spMkLst>
        </pc:spChg>
        <pc:spChg chg="add mod">
          <ac:chgData name="XiaoMing" userId="d50fc9fa-fab7-4f03-8e16-d8e9eb183fe5" providerId="ADAL" clId="{AA8E32F2-B2D0-4F0F-9429-7F1ADB0D90FC}" dt="2025-05-18T11:44:05.763" v="4631" actId="20577"/>
          <ac:spMkLst>
            <pc:docMk/>
            <pc:sldMk cId="1464487159" sldId="274"/>
            <ac:spMk id="17" creationId="{4D32431A-58A5-00CD-0A03-66347330EEC9}"/>
          </ac:spMkLst>
        </pc:spChg>
        <pc:spChg chg="add mod">
          <ac:chgData name="XiaoMing" userId="d50fc9fa-fab7-4f03-8e16-d8e9eb183fe5" providerId="ADAL" clId="{AA8E32F2-B2D0-4F0F-9429-7F1ADB0D90FC}" dt="2025-05-18T11:46:57.254" v="4753" actId="6549"/>
          <ac:spMkLst>
            <pc:docMk/>
            <pc:sldMk cId="1464487159" sldId="274"/>
            <ac:spMk id="18" creationId="{2DFD651A-2F3D-5DF8-320D-51B7218D7868}"/>
          </ac:spMkLst>
        </pc:spChg>
        <pc:picChg chg="add mod">
          <ac:chgData name="XiaoMing" userId="d50fc9fa-fab7-4f03-8e16-d8e9eb183fe5" providerId="ADAL" clId="{AA8E32F2-B2D0-4F0F-9429-7F1ADB0D90FC}" dt="2025-05-18T11:41:56.543" v="4569" actId="1036"/>
          <ac:picMkLst>
            <pc:docMk/>
            <pc:sldMk cId="1464487159" sldId="274"/>
            <ac:picMk id="7" creationId="{1E41FDD9-C334-B9A7-85D7-3220DAEFD3E1}"/>
          </ac:picMkLst>
        </pc:picChg>
        <pc:picChg chg="add mod">
          <ac:chgData name="XiaoMing" userId="d50fc9fa-fab7-4f03-8e16-d8e9eb183fe5" providerId="ADAL" clId="{AA8E32F2-B2D0-4F0F-9429-7F1ADB0D90FC}" dt="2025-05-18T11:41:56.543" v="4569" actId="1036"/>
          <ac:picMkLst>
            <pc:docMk/>
            <pc:sldMk cId="1464487159" sldId="274"/>
            <ac:picMk id="9" creationId="{8C55DA09-CA41-F4F1-96CD-716A76AB4B6A}"/>
          </ac:picMkLst>
        </pc:picChg>
        <pc:picChg chg="add mod">
          <ac:chgData name="XiaoMing" userId="d50fc9fa-fab7-4f03-8e16-d8e9eb183fe5" providerId="ADAL" clId="{AA8E32F2-B2D0-4F0F-9429-7F1ADB0D90FC}" dt="2025-05-18T11:43:08.892" v="4604" actId="14100"/>
          <ac:picMkLst>
            <pc:docMk/>
            <pc:sldMk cId="1464487159" sldId="274"/>
            <ac:picMk id="14" creationId="{CAEE3425-B94D-2919-C104-C736AE422ADC}"/>
          </ac:picMkLst>
        </pc:picChg>
        <pc:picChg chg="add mod">
          <ac:chgData name="XiaoMing" userId="d50fc9fa-fab7-4f03-8e16-d8e9eb183fe5" providerId="ADAL" clId="{AA8E32F2-B2D0-4F0F-9429-7F1ADB0D90FC}" dt="2025-05-18T11:43:02.906" v="4590" actId="1076"/>
          <ac:picMkLst>
            <pc:docMk/>
            <pc:sldMk cId="1464487159" sldId="274"/>
            <ac:picMk id="16" creationId="{06EF0AAA-C476-748D-939E-D4D7FB482FA5}"/>
          </ac:picMkLst>
        </pc:picChg>
      </pc:sldChg>
      <pc:sldChg chg="del">
        <pc:chgData name="XiaoMing" userId="d50fc9fa-fab7-4f03-8e16-d8e9eb183fe5" providerId="ADAL" clId="{AA8E32F2-B2D0-4F0F-9429-7F1ADB0D90FC}" dt="2025-05-18T06:12:26.102" v="8" actId="47"/>
        <pc:sldMkLst>
          <pc:docMk/>
          <pc:sldMk cId="3623945264" sldId="275"/>
        </pc:sldMkLst>
      </pc:sldChg>
      <pc:sldChg chg="addSp delSp modSp new mod">
        <pc:chgData name="XiaoMing" userId="d50fc9fa-fab7-4f03-8e16-d8e9eb183fe5" providerId="ADAL" clId="{AA8E32F2-B2D0-4F0F-9429-7F1ADB0D90FC}" dt="2025-05-18T11:48:49.856" v="4834" actId="1076"/>
        <pc:sldMkLst>
          <pc:docMk/>
          <pc:sldMk cId="3681275903" sldId="275"/>
        </pc:sldMkLst>
        <pc:spChg chg="mod">
          <ac:chgData name="XiaoMing" userId="d50fc9fa-fab7-4f03-8e16-d8e9eb183fe5" providerId="ADAL" clId="{AA8E32F2-B2D0-4F0F-9429-7F1ADB0D90FC}" dt="2025-05-18T11:48:31.708" v="4831" actId="20577"/>
          <ac:spMkLst>
            <pc:docMk/>
            <pc:sldMk cId="3681275903" sldId="275"/>
            <ac:spMk id="2" creationId="{106CF294-5166-DF22-0679-284051F39416}"/>
          </ac:spMkLst>
        </pc:spChg>
        <pc:spChg chg="del">
          <ac:chgData name="XiaoMing" userId="d50fc9fa-fab7-4f03-8e16-d8e9eb183fe5" providerId="ADAL" clId="{AA8E32F2-B2D0-4F0F-9429-7F1ADB0D90FC}" dt="2025-05-18T11:48:34.475" v="4832" actId="478"/>
          <ac:spMkLst>
            <pc:docMk/>
            <pc:sldMk cId="3681275903" sldId="275"/>
            <ac:spMk id="3" creationId="{F86F0F0A-27C7-97B8-59D8-B372B17DA88B}"/>
          </ac:spMkLst>
        </pc:spChg>
        <pc:picChg chg="add mod">
          <ac:chgData name="XiaoMing" userId="d50fc9fa-fab7-4f03-8e16-d8e9eb183fe5" providerId="ADAL" clId="{AA8E32F2-B2D0-4F0F-9429-7F1ADB0D90FC}" dt="2025-05-18T11:48:49.856" v="4834" actId="1076"/>
          <ac:picMkLst>
            <pc:docMk/>
            <pc:sldMk cId="3681275903" sldId="275"/>
            <ac:picMk id="5" creationId="{BD31FA20-5E63-B974-586C-8962626A3797}"/>
          </ac:picMkLst>
        </pc:picChg>
      </pc:sldChg>
      <pc:sldChg chg="addSp delSp modSp new mod">
        <pc:chgData name="XiaoMing" userId="d50fc9fa-fab7-4f03-8e16-d8e9eb183fe5" providerId="ADAL" clId="{AA8E32F2-B2D0-4F0F-9429-7F1ADB0D90FC}" dt="2025-05-18T12:02:55.121" v="5035" actId="1076"/>
        <pc:sldMkLst>
          <pc:docMk/>
          <pc:sldMk cId="1087268377" sldId="276"/>
        </pc:sldMkLst>
        <pc:spChg chg="mod">
          <ac:chgData name="XiaoMing" userId="d50fc9fa-fab7-4f03-8e16-d8e9eb183fe5" providerId="ADAL" clId="{AA8E32F2-B2D0-4F0F-9429-7F1ADB0D90FC}" dt="2025-05-18T11:50:35.276" v="4879" actId="20577"/>
          <ac:spMkLst>
            <pc:docMk/>
            <pc:sldMk cId="1087268377" sldId="276"/>
            <ac:spMk id="2" creationId="{E19ED7D1-5B32-57A5-6159-A4C4690CEC7E}"/>
          </ac:spMkLst>
        </pc:spChg>
        <pc:spChg chg="del">
          <ac:chgData name="XiaoMing" userId="d50fc9fa-fab7-4f03-8e16-d8e9eb183fe5" providerId="ADAL" clId="{AA8E32F2-B2D0-4F0F-9429-7F1ADB0D90FC}" dt="2025-05-18T11:50:37.597" v="4880" actId="478"/>
          <ac:spMkLst>
            <pc:docMk/>
            <pc:sldMk cId="1087268377" sldId="276"/>
            <ac:spMk id="3" creationId="{3414AA97-5AA8-3DEB-79B8-AAF33CC6D050}"/>
          </ac:spMkLst>
        </pc:spChg>
        <pc:spChg chg="add mod">
          <ac:chgData name="XiaoMing" userId="d50fc9fa-fab7-4f03-8e16-d8e9eb183fe5" providerId="ADAL" clId="{AA8E32F2-B2D0-4F0F-9429-7F1ADB0D90FC}" dt="2025-05-18T11:59:41.687" v="5033" actId="14100"/>
          <ac:spMkLst>
            <pc:docMk/>
            <pc:sldMk cId="1087268377" sldId="276"/>
            <ac:spMk id="6" creationId="{81330D26-BFF2-24BD-1CBE-B9482335784E}"/>
          </ac:spMkLst>
        </pc:spChg>
        <pc:spChg chg="add mod">
          <ac:chgData name="XiaoMing" userId="d50fc9fa-fab7-4f03-8e16-d8e9eb183fe5" providerId="ADAL" clId="{AA8E32F2-B2D0-4F0F-9429-7F1ADB0D90FC}" dt="2025-05-18T11:56:06.652" v="4969" actId="1076"/>
          <ac:spMkLst>
            <pc:docMk/>
            <pc:sldMk cId="1087268377" sldId="276"/>
            <ac:spMk id="9" creationId="{C5DF7E62-53D2-750C-750A-6D04EDE59489}"/>
          </ac:spMkLst>
        </pc:spChg>
        <pc:spChg chg="add mod">
          <ac:chgData name="XiaoMing" userId="d50fc9fa-fab7-4f03-8e16-d8e9eb183fe5" providerId="ADAL" clId="{AA8E32F2-B2D0-4F0F-9429-7F1ADB0D90FC}" dt="2025-05-18T12:02:55.121" v="5035" actId="1076"/>
          <ac:spMkLst>
            <pc:docMk/>
            <pc:sldMk cId="1087268377" sldId="276"/>
            <ac:spMk id="12" creationId="{549A5B66-5D3A-8D89-BC1F-E9E64C79A3DD}"/>
          </ac:spMkLst>
        </pc:spChg>
        <pc:spChg chg="add mod">
          <ac:chgData name="XiaoMing" userId="d50fc9fa-fab7-4f03-8e16-d8e9eb183fe5" providerId="ADAL" clId="{AA8E32F2-B2D0-4F0F-9429-7F1ADB0D90FC}" dt="2025-05-18T11:59:47.121" v="5034" actId="1076"/>
          <ac:spMkLst>
            <pc:docMk/>
            <pc:sldMk cId="1087268377" sldId="276"/>
            <ac:spMk id="15" creationId="{3A3EB105-CF8B-DA1E-665D-A3C5AC9ED62A}"/>
          </ac:spMkLst>
        </pc:spChg>
        <pc:picChg chg="add mod">
          <ac:chgData name="XiaoMing" userId="d50fc9fa-fab7-4f03-8e16-d8e9eb183fe5" providerId="ADAL" clId="{AA8E32F2-B2D0-4F0F-9429-7F1ADB0D90FC}" dt="2025-05-18T11:55:05.258" v="4950" actId="1076"/>
          <ac:picMkLst>
            <pc:docMk/>
            <pc:sldMk cId="1087268377" sldId="276"/>
            <ac:picMk id="5" creationId="{B53D7AE4-6F85-DECE-0251-7E49EA6A2F94}"/>
          </ac:picMkLst>
        </pc:picChg>
        <pc:picChg chg="add mod">
          <ac:chgData name="XiaoMing" userId="d50fc9fa-fab7-4f03-8e16-d8e9eb183fe5" providerId="ADAL" clId="{AA8E32F2-B2D0-4F0F-9429-7F1ADB0D90FC}" dt="2025-05-18T11:55:09.671" v="4952" actId="1076"/>
          <ac:picMkLst>
            <pc:docMk/>
            <pc:sldMk cId="1087268377" sldId="276"/>
            <ac:picMk id="8" creationId="{F9FC5E65-70E6-B43B-90AA-33C0AA6FEB20}"/>
          </ac:picMkLst>
        </pc:picChg>
        <pc:picChg chg="add mod">
          <ac:chgData name="XiaoMing" userId="d50fc9fa-fab7-4f03-8e16-d8e9eb183fe5" providerId="ADAL" clId="{AA8E32F2-B2D0-4F0F-9429-7F1ADB0D90FC}" dt="2025-05-18T11:56:01.876" v="4966" actId="1076"/>
          <ac:picMkLst>
            <pc:docMk/>
            <pc:sldMk cId="1087268377" sldId="276"/>
            <ac:picMk id="11" creationId="{B796D266-FB2B-37F7-4978-87DFC8F470A8}"/>
          </ac:picMkLst>
        </pc:picChg>
        <pc:picChg chg="add mod">
          <ac:chgData name="XiaoMing" userId="d50fc9fa-fab7-4f03-8e16-d8e9eb183fe5" providerId="ADAL" clId="{AA8E32F2-B2D0-4F0F-9429-7F1ADB0D90FC}" dt="2025-05-18T11:56:00.432" v="4965" actId="1076"/>
          <ac:picMkLst>
            <pc:docMk/>
            <pc:sldMk cId="1087268377" sldId="276"/>
            <ac:picMk id="14" creationId="{F8607243-3587-EF01-583C-4D28F1D78D75}"/>
          </ac:picMkLst>
        </pc:picChg>
      </pc:sldChg>
      <pc:sldChg chg="del">
        <pc:chgData name="XiaoMing" userId="d50fc9fa-fab7-4f03-8e16-d8e9eb183fe5" providerId="ADAL" clId="{AA8E32F2-B2D0-4F0F-9429-7F1ADB0D90FC}" dt="2025-05-18T06:12:26.476" v="9" actId="47"/>
        <pc:sldMkLst>
          <pc:docMk/>
          <pc:sldMk cId="3045563820" sldId="276"/>
        </pc:sldMkLst>
      </pc:sldChg>
      <pc:sldChg chg="del">
        <pc:chgData name="XiaoMing" userId="d50fc9fa-fab7-4f03-8e16-d8e9eb183fe5" providerId="ADAL" clId="{AA8E32F2-B2D0-4F0F-9429-7F1ADB0D90FC}" dt="2025-05-18T06:12:27.051" v="10" actId="47"/>
        <pc:sldMkLst>
          <pc:docMk/>
          <pc:sldMk cId="3261340720" sldId="277"/>
        </pc:sldMkLst>
      </pc:sldChg>
      <pc:sldChg chg="del">
        <pc:chgData name="XiaoMing" userId="d50fc9fa-fab7-4f03-8e16-d8e9eb183fe5" providerId="ADAL" clId="{AA8E32F2-B2D0-4F0F-9429-7F1ADB0D90FC}" dt="2025-05-18T06:12:23.277" v="5" actId="47"/>
        <pc:sldMkLst>
          <pc:docMk/>
          <pc:sldMk cId="2398303866" sldId="278"/>
        </pc:sldMkLst>
      </pc:sldChg>
      <pc:sldChg chg="del">
        <pc:chgData name="XiaoMing" userId="d50fc9fa-fab7-4f03-8e16-d8e9eb183fe5" providerId="ADAL" clId="{AA8E32F2-B2D0-4F0F-9429-7F1ADB0D90FC}" dt="2025-05-18T06:12:33.043" v="13" actId="47"/>
        <pc:sldMkLst>
          <pc:docMk/>
          <pc:sldMk cId="3193471586" sldId="279"/>
        </pc:sldMkLst>
      </pc:sldChg>
      <pc:sldChg chg="add del">
        <pc:chgData name="XiaoMing" userId="d50fc9fa-fab7-4f03-8e16-d8e9eb183fe5" providerId="ADAL" clId="{AA8E32F2-B2D0-4F0F-9429-7F1ADB0D90FC}" dt="2025-05-18T06:14:38.445" v="85" actId="47"/>
        <pc:sldMkLst>
          <pc:docMk/>
          <pc:sldMk cId="1037226562" sldId="280"/>
        </pc:sldMkLst>
      </pc:sldChg>
      <pc:sldMasterChg chg="delSldLayout modSldLayout">
        <pc:chgData name="XiaoMing" userId="d50fc9fa-fab7-4f03-8e16-d8e9eb183fe5" providerId="ADAL" clId="{AA8E32F2-B2D0-4F0F-9429-7F1ADB0D90FC}" dt="2025-05-18T09:19:44.656" v="3463" actId="47"/>
        <pc:sldMasterMkLst>
          <pc:docMk/>
          <pc:sldMasterMk cId="47916161" sldId="2147483663"/>
        </pc:sldMasterMkLst>
        <pc:sldLayoutChg chg="delSp del mod">
          <pc:chgData name="XiaoMing" userId="d50fc9fa-fab7-4f03-8e16-d8e9eb183fe5" providerId="ADAL" clId="{AA8E32F2-B2D0-4F0F-9429-7F1ADB0D90FC}" dt="2025-05-18T09:19:44.656" v="3463" actId="47"/>
          <pc:sldLayoutMkLst>
            <pc:docMk/>
            <pc:sldMasterMk cId="47916161" sldId="2147483663"/>
            <pc:sldLayoutMk cId="3013663673" sldId="2147483693"/>
          </pc:sldLayoutMkLst>
          <pc:spChg chg="del">
            <ac:chgData name="XiaoMing" userId="d50fc9fa-fab7-4f03-8e16-d8e9eb183fe5" providerId="ADAL" clId="{AA8E32F2-B2D0-4F0F-9429-7F1ADB0D90FC}" dt="2025-05-18T09:19:27.332" v="3427"/>
            <ac:spMkLst>
              <pc:docMk/>
              <pc:sldMasterMk cId="47916161" sldId="2147483663"/>
              <pc:sldLayoutMk cId="3013663673" sldId="2147483693"/>
              <ac:spMk id="2" creationId="{40357C05-5F36-1D70-3916-CAC310F06F7D}"/>
            </ac:spMkLst>
          </pc:spChg>
        </pc:sldLayoutChg>
        <pc:sldLayoutChg chg="delSp del mod">
          <pc:chgData name="XiaoMing" userId="d50fc9fa-fab7-4f03-8e16-d8e9eb183fe5" providerId="ADAL" clId="{AA8E32F2-B2D0-4F0F-9429-7F1ADB0D90FC}" dt="2025-05-18T07:26:36.392" v="1362" actId="47"/>
          <pc:sldLayoutMkLst>
            <pc:docMk/>
            <pc:sldMasterMk cId="47916161" sldId="2147483663"/>
            <pc:sldLayoutMk cId="3037134451" sldId="2147483693"/>
          </pc:sldLayoutMkLst>
          <pc:spChg chg="del">
            <ac:chgData name="XiaoMing" userId="d50fc9fa-fab7-4f03-8e16-d8e9eb183fe5" providerId="ADAL" clId="{AA8E32F2-B2D0-4F0F-9429-7F1ADB0D90FC}" dt="2025-05-18T07:26:27.162" v="1335"/>
            <ac:spMkLst>
              <pc:docMk/>
              <pc:sldMasterMk cId="47916161" sldId="2147483663"/>
              <pc:sldLayoutMk cId="3037134451" sldId="2147483693"/>
              <ac:spMk id="2" creationId="{868DF8E5-99BD-03BD-91A3-88DF42BDFD7D}"/>
            </ac:spMkLst>
          </pc:spChg>
        </pc:sldLayoutChg>
        <pc:sldLayoutChg chg="delSp del mod">
          <pc:chgData name="XiaoMing" userId="d50fc9fa-fab7-4f03-8e16-d8e9eb183fe5" providerId="ADAL" clId="{AA8E32F2-B2D0-4F0F-9429-7F1ADB0D90FC}" dt="2025-05-18T07:56:37.067" v="1919" actId="47"/>
          <pc:sldLayoutMkLst>
            <pc:docMk/>
            <pc:sldMasterMk cId="47916161" sldId="2147483663"/>
            <pc:sldLayoutMk cId="3327123627" sldId="2147483693"/>
          </pc:sldLayoutMkLst>
          <pc:spChg chg="del">
            <ac:chgData name="XiaoMing" userId="d50fc9fa-fab7-4f03-8e16-d8e9eb183fe5" providerId="ADAL" clId="{AA8E32F2-B2D0-4F0F-9429-7F1ADB0D90FC}" dt="2025-05-18T07:56:13.197" v="1902"/>
            <ac:spMkLst>
              <pc:docMk/>
              <pc:sldMasterMk cId="47916161" sldId="2147483663"/>
              <pc:sldLayoutMk cId="3327123627" sldId="2147483693"/>
              <ac:spMk id="2" creationId="{829FAD27-B1D0-165B-B576-6B70BD1808B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D9358BC-04DF-4455-B949-70BC9175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56B79-1091-400F-A2A9-6227671170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F21A8-AF92-4370-9E6D-DA18C0EF5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F13FF-4C82-4209-AB1F-7FD604644B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4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25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5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133A512F-7935-4AA0-B8EE-327DA99E1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9AEC58-8F05-45A3-900B-EBD7DE4066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F4F430E-61A6-4C9B-AB28-E09461FC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17E19222-08F1-4F61-ACC2-6E16BB7436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70BAF5-028D-41B3-B9C1-DA2C824DF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630356-568D-4951-BB6A-685960A62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9C00A82-D333-4159-817E-9C7380D16DA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F7CF06-2AC1-461F-B3BC-23393E41E73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D624B0D-C38A-4A21-9289-4625DBDC6329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1D46B1-BB63-4C6F-B0CE-67B40AD7F8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1B8C26D-FDFA-4BF4-A7CF-B529B7E2DB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98E603D-9283-4A63-8228-31FC2A45BE6E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622BD5-1061-4C09-9A14-FD1D2E6AED4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6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AC7F3C-7382-4A84-A86E-90EDDD72E8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>
            <a:extLst>
              <a:ext uri="{FF2B5EF4-FFF2-40B4-BE49-F238E27FC236}">
                <a16:creationId xmlns:a16="http://schemas.microsoft.com/office/drawing/2014/main" id="{3E65EB6F-1E6F-4BA7-9B1A-87394468F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C851C1A8-2647-4778-B954-91350A3936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7E4451-E515-4CD6-9AC2-80FEED5A3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EB66B9-CD9A-4406-B82A-B301F0B2B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ED13B5-679B-4E26-81FE-6C898B17DE9C}"/>
              </a:ext>
            </a:extLst>
          </p:cNvPr>
          <p:cNvCxnSpPr>
            <a:cxnSpLocks/>
          </p:cNvCxnSpPr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6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6BD71-E314-4A66-99B1-E39EA1F94132}"/>
              </a:ext>
            </a:extLst>
          </p:cNvPr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75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98E190D1-AFAC-4AD9-B92E-58B87CBA2BBB}"/>
              </a:ext>
            </a:extLst>
          </p:cNvPr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>
            <a:extLst>
              <a:ext uri="{FF2B5EF4-FFF2-40B4-BE49-F238E27FC236}">
                <a16:creationId xmlns:a16="http://schemas.microsoft.com/office/drawing/2014/main" id="{96682C4B-F3CB-4913-99B2-00AFB7251FA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>
            <a:extLst>
              <a:ext uri="{FF2B5EF4-FFF2-40B4-BE49-F238E27FC236}">
                <a16:creationId xmlns:a16="http://schemas.microsoft.com/office/drawing/2014/main" id="{B5A17264-04D1-4C02-832A-A1DA9484B0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6FA3F28-F930-4C1E-80F2-90C73C8F3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86D724-0E80-4FBA-8317-A8CE5EF380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3A0ABC-646A-4367-9E96-FFDDE79E6B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1E4B9AD9-F42C-42B1-BF19-2BD63A06C2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63BFF2-1BD6-4E69-9E37-FE80DFEC27A8}"/>
              </a:ext>
            </a:extLst>
          </p:cNvPr>
          <p:cNvCxnSpPr>
            <a:cxnSpLocks/>
          </p:cNvCxnSpPr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>
            <a:extLst>
              <a:ext uri="{FF2B5EF4-FFF2-40B4-BE49-F238E27FC236}">
                <a16:creationId xmlns:a16="http://schemas.microsoft.com/office/drawing/2014/main" id="{CA3B2481-2E39-4F26-AD96-B5923670EB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227DB4D-9A52-41BB-8743-E8038C413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B2D05E36-F937-40FD-97BB-9372B5AC93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C80367-1D9F-485B-B0F7-7C45899F9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>
            <a:extLst>
              <a:ext uri="{FF2B5EF4-FFF2-40B4-BE49-F238E27FC236}">
                <a16:creationId xmlns:a16="http://schemas.microsoft.com/office/drawing/2014/main" id="{61CC23B2-BE5F-4680-96CD-C33FF9374D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88FC1A-7F0D-4A9B-AA04-89AD4994A8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0B84F0-53AC-421B-9FBC-62687BB5AA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9E27F61-80B1-40C1-B303-E54548F0A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6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C54DA7-8689-4800-BC51-1B5E92F91EBD}"/>
              </a:ext>
            </a:extLst>
          </p:cNvPr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E59BA01-ADDE-45EC-AD9A-30B45C126EF8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C4775BF-17D8-45C0-9CB9-425332699B08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0D22151C-5CCD-4390-83DF-F41B623A3BBE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>
                  <a:extLst>
                    <a:ext uri="{FF2B5EF4-FFF2-40B4-BE49-F238E27FC236}">
                      <a16:creationId xmlns:a16="http://schemas.microsoft.com/office/drawing/2014/main" id="{4FA339D9-8197-4F28-8D72-F96BF5158E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081911D-2E44-4FD6-A0AD-907AAE52FACB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92C7D20-4DAB-48D5-B9FE-07311B97C222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2A3E5D-FF59-4C7C-A657-F2CE27FAB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>
            <a:extLst>
              <a:ext uri="{FF2B5EF4-FFF2-40B4-BE49-F238E27FC236}">
                <a16:creationId xmlns:a16="http://schemas.microsoft.com/office/drawing/2014/main" id="{AF8E3962-2329-4680-827B-C4237CDC52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36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78DC3B0-6545-47FD-A372-07AD4DF09697}"/>
              </a:ext>
            </a:extLst>
          </p:cNvPr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499F2E8-30BC-413E-8034-6A7278D4979C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FD679A7-DAD2-4984-B6F0-7C9ABE4B8F0F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24CD77E-BBF9-4D46-B301-F75D3222F2E0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>
                  <a:extLst>
                    <a:ext uri="{FF2B5EF4-FFF2-40B4-BE49-F238E27FC236}">
                      <a16:creationId xmlns:a16="http://schemas.microsoft.com/office/drawing/2014/main" id="{83E81D97-88FE-44C4-85F5-ABEF155EA0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959A77-64DA-4694-95C2-AD9E38910645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0512A63-1AB8-442E-BAE6-AF2B98235281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D253681-53B8-4661-A94B-736B46C3A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D403F116-EFE8-4DEB-B6FE-4D20752B74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101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>
            <a:extLst>
              <a:ext uri="{FF2B5EF4-FFF2-40B4-BE49-F238E27FC236}">
                <a16:creationId xmlns:a16="http://schemas.microsoft.com/office/drawing/2014/main" id="{20F80C42-4A81-4868-AA78-9E4FF9811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8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8ACCEA9-8D4D-47C1-AFB3-3E215258EFDB}"/>
              </a:ext>
            </a:extLst>
          </p:cNvPr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>
            <a:extLst>
              <a:ext uri="{FF2B5EF4-FFF2-40B4-BE49-F238E27FC236}">
                <a16:creationId xmlns:a16="http://schemas.microsoft.com/office/drawing/2014/main" id="{62155B61-5059-48B5-87FF-DD4186D22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934C7A-D80F-46AF-9EA9-3274A652C8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3973" r="3197"/>
          <a:stretch/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A61551-45B8-4979-813A-58420CD05B43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5C5EC2-BF47-4B56-8C74-5186E7035801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2E2F86-D946-488E-851C-D8455FD8E6B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8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F2A3FF-349C-4A77-B4E4-30B91612AF58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D43C20-4F27-4C91-AEAA-CF5C31A807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6616902-5391-4A6F-829E-AD2830E6904C}"/>
              </a:ext>
            </a:extLst>
          </p:cNvPr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35A62-787F-4D0F-902F-C6A602FEBB80}"/>
              </a:ext>
            </a:extLst>
          </p:cNvPr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30E292-1289-47A7-B19B-DBEC054F4388}"/>
              </a:ext>
            </a:extLst>
          </p:cNvPr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  <p:extLst>
      <p:ext uri="{BB962C8B-B14F-4D97-AF65-F5344CB8AC3E}">
        <p14:creationId xmlns:p14="http://schemas.microsoft.com/office/powerpoint/2010/main" val="284729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BE1FDF5-4923-43E1-8950-8527649FE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FD0C4E5-D655-41D1-8AC5-975561F1C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DD1933B-16C3-4999-98BD-F73EBEC916D2}"/>
              </a:ext>
            </a:extLst>
          </p:cNvPr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>
            <a:extLst>
              <a:ext uri="{FF2B5EF4-FFF2-40B4-BE49-F238E27FC236}">
                <a16:creationId xmlns:a16="http://schemas.microsoft.com/office/drawing/2014/main" id="{B94F3640-73A4-452A-B43A-9C6BC3DA01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E81BD90-8A64-4ED5-A552-F6BD597FB9AE}"/>
              </a:ext>
            </a:extLst>
          </p:cNvPr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>
            <a:extLst>
              <a:ext uri="{FF2B5EF4-FFF2-40B4-BE49-F238E27FC236}">
                <a16:creationId xmlns:a16="http://schemas.microsoft.com/office/drawing/2014/main" id="{6E06DE62-527A-47C4-87BF-FFC53A66E7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>
            <a:extLst>
              <a:ext uri="{FF2B5EF4-FFF2-40B4-BE49-F238E27FC236}">
                <a16:creationId xmlns:a16="http://schemas.microsoft.com/office/drawing/2014/main" id="{028BE167-9388-4F73-B56C-D2C5AA5D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04C2BD-8375-4CA5-A006-B014FC0FB5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>
            <a:extLst>
              <a:ext uri="{FF2B5EF4-FFF2-40B4-BE49-F238E27FC236}">
                <a16:creationId xmlns:a16="http://schemas.microsoft.com/office/drawing/2014/main" id="{E32F64F0-3B16-41D3-A21E-C57551DE70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079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48AE7D4-DFEE-4825-B27E-30333F4A9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04CF1101-69DB-4A33-A9E2-33249567E3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64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>
            <a:extLst>
              <a:ext uri="{FF2B5EF4-FFF2-40B4-BE49-F238E27FC236}">
                <a16:creationId xmlns:a16="http://schemas.microsoft.com/office/drawing/2014/main" id="{5723A9D1-EED7-4450-8C0A-D4F40F2B0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D828F617-93F6-4A6A-9A46-2F3977BC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75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>
            <a:extLst>
              <a:ext uri="{FF2B5EF4-FFF2-40B4-BE49-F238E27FC236}">
                <a16:creationId xmlns:a16="http://schemas.microsoft.com/office/drawing/2014/main" id="{033EB741-EFF7-4BA9-9D9F-8D39CB76B557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340CE4CD-6751-47F9-A2C4-46D3B98564CC}"/>
              </a:ext>
            </a:extLst>
          </p:cNvPr>
          <p:cNvSpPr txBox="1">
            <a:spLocks/>
          </p:cNvSpPr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900DEE-6164-48C3-8797-16E7213B0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E9C0F90-B4B1-48B6-B1D3-91ACC9BAE7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B2C31BE-C0C5-4899-948E-BC783E5331C4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>
            <a:extLst>
              <a:ext uri="{FF2B5EF4-FFF2-40B4-BE49-F238E27FC236}">
                <a16:creationId xmlns:a16="http://schemas.microsoft.com/office/drawing/2014/main" id="{05619C6E-49A8-4320-BAA1-41C03E721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rgbClr val="C8161E">
                <a:tint val="45000"/>
                <a:satMod val="400000"/>
              </a:srgb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>
            <a:extLst>
              <a:ext uri="{FF2B5EF4-FFF2-40B4-BE49-F238E27FC236}">
                <a16:creationId xmlns:a16="http://schemas.microsoft.com/office/drawing/2014/main" id="{545C6A52-683F-4BB0-A406-3D050A96C0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52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8" r:id="rId4"/>
    <p:sldLayoutId id="2147483683" r:id="rId5"/>
    <p:sldLayoutId id="2147483689" r:id="rId6"/>
    <p:sldLayoutId id="2147483682" r:id="rId7"/>
    <p:sldLayoutId id="2147483684" r:id="rId8"/>
    <p:sldLayoutId id="2147483664" r:id="rId9"/>
    <p:sldLayoutId id="2147483677" r:id="rId10"/>
    <p:sldLayoutId id="2147483678" r:id="rId11"/>
    <p:sldLayoutId id="2147483675" r:id="rId12"/>
    <p:sldLayoutId id="2147483690" r:id="rId13"/>
    <p:sldLayoutId id="2147483685" r:id="rId14"/>
    <p:sldLayoutId id="2147483686" r:id="rId15"/>
    <p:sldLayoutId id="2147483691" r:id="rId16"/>
    <p:sldLayoutId id="214748368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Tx/>
        <a:buBlip>
          <a:blip r:embed="rId19"/>
        </a:buBlip>
        <a:defRPr sz="2963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1">
          <p15:clr>
            <a:srgbClr val="F26B43"/>
          </p15:clr>
        </p15:guide>
        <p15:guide id="2" orient="horz" pos="227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041">
          <p15:clr>
            <a:srgbClr val="F26B43"/>
          </p15:clr>
        </p15:guide>
        <p15:guide id="6" pos="7446" userDrawn="1">
          <p15:clr>
            <a:srgbClr val="F26B43"/>
          </p15:clr>
        </p15:guide>
        <p15:guide id="7" orient="horz" pos="3651">
          <p15:clr>
            <a:srgbClr val="F26B43"/>
          </p15:clr>
        </p15:guide>
        <p15:guide id="8" orient="horz" pos="2514">
          <p15:clr>
            <a:srgbClr val="FDE53C"/>
          </p15:clr>
        </p15:guide>
        <p15:guide id="9" orient="horz" pos="1554">
          <p15:clr>
            <a:srgbClr val="FDE53C"/>
          </p15:clr>
        </p15:guide>
        <p15:guide id="12" pos="2418">
          <p15:clr>
            <a:srgbClr val="A4A3A4"/>
          </p15:clr>
        </p15:guide>
        <p15:guide id="13" pos="4830">
          <p15:clr>
            <a:srgbClr val="A4A3A4"/>
          </p15:clr>
        </p15:guide>
        <p15:guide id="14" orient="horz" pos="1356">
          <p15:clr>
            <a:srgbClr val="A4A3A4"/>
          </p15:clr>
        </p15:guide>
        <p15:guide id="15" orient="horz" pos="271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DDFD52-617B-446D-A57C-43A10239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718" y="954063"/>
            <a:ext cx="8975154" cy="1863368"/>
          </a:xfrm>
        </p:spPr>
        <p:txBody>
          <a:bodyPr/>
          <a:lstStyle/>
          <a:p>
            <a:r>
              <a:rPr lang="en-US" altLang="zh-CN" sz="6000" b="1" dirty="0">
                <a:solidFill>
                  <a:srgbClr val="C8161E"/>
                </a:solidFill>
                <a:latin typeface="+mj-ea"/>
                <a:ea typeface="+mj-ea"/>
                <a:cs typeface="+mj-cs"/>
              </a:rPr>
              <a:t>Unified pipeline </a:t>
            </a:r>
            <a:br>
              <a:rPr lang="en-US" altLang="zh-CN" sz="6000" b="1" dirty="0">
                <a:solidFill>
                  <a:srgbClr val="C8161E"/>
                </a:solidFill>
                <a:latin typeface="+mj-ea"/>
                <a:ea typeface="+mj-ea"/>
                <a:cs typeface="+mj-cs"/>
              </a:rPr>
            </a:br>
            <a:r>
              <a:rPr lang="en-US" altLang="zh-CN" sz="6000" b="1" dirty="0">
                <a:solidFill>
                  <a:srgbClr val="C8161E"/>
                </a:solidFill>
                <a:latin typeface="+mj-ea"/>
                <a:ea typeface="+mj-ea"/>
                <a:cs typeface="+mj-cs"/>
              </a:rPr>
              <a:t>based on NLP models 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ïṥļiḋe">
            <a:extLst>
              <a:ext uri="{FF2B5EF4-FFF2-40B4-BE49-F238E27FC236}">
                <a16:creationId xmlns:a16="http://schemas.microsoft.com/office/drawing/2014/main" id="{0BBF4F21-8386-41B1-9046-EBC7BE2DE090}"/>
              </a:ext>
            </a:extLst>
          </p:cNvPr>
          <p:cNvSpPr txBox="1"/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4400" b="1" spc="-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2</a:t>
            </a:r>
            <a:endParaRPr lang="en-GB" sz="34400" b="1" spc="-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5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动因和目的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42BDF8-C7FB-4EA9-672C-FD7911B3737A}"/>
              </a:ext>
            </a:extLst>
          </p:cNvPr>
          <p:cNvSpPr txBox="1"/>
          <p:nvPr/>
        </p:nvSpPr>
        <p:spPr>
          <a:xfrm>
            <a:off x="6504615" y="4449829"/>
            <a:ext cx="5235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为什么能够使用</a:t>
            </a:r>
            <a:r>
              <a:rPr lang="en-US" altLang="zh-CN" dirty="0"/>
              <a:t>NLP</a:t>
            </a:r>
            <a:r>
              <a:rPr lang="zh-CN" altLang="en-US" dirty="0"/>
              <a:t>方法来预测抗菌肽？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氨基酸序列可以视为一种语言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NLP</a:t>
            </a:r>
            <a:r>
              <a:rPr lang="zh-CN" altLang="en-US" dirty="0"/>
              <a:t>模型能够在“语言”的上下文中学习特征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信息挖掘深度大，即使较短的</a:t>
            </a:r>
            <a:r>
              <a:rPr lang="en-US" altLang="zh-CN" dirty="0"/>
              <a:t>AMP</a:t>
            </a:r>
            <a:r>
              <a:rPr lang="zh-CN" altLang="en-US" dirty="0"/>
              <a:t>也能处理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AFC768-1897-68AE-84AD-19790BA4ECC5}"/>
              </a:ext>
            </a:extLst>
          </p:cNvPr>
          <p:cNvSpPr txBox="1"/>
          <p:nvPr/>
        </p:nvSpPr>
        <p:spPr>
          <a:xfrm>
            <a:off x="381368" y="2922814"/>
            <a:ext cx="112177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为什么不用传统方法？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BLAST</a:t>
            </a:r>
            <a:r>
              <a:rPr lang="zh-CN" altLang="en-US" dirty="0"/>
              <a:t>或</a:t>
            </a:r>
            <a:r>
              <a:rPr lang="en-US" altLang="zh-CN" dirty="0"/>
              <a:t>HMM</a:t>
            </a:r>
            <a:r>
              <a:rPr lang="zh-CN" altLang="en-US" dirty="0"/>
              <a:t>依赖高相似度的</a:t>
            </a:r>
            <a:r>
              <a:rPr lang="en-US" altLang="zh-CN" dirty="0"/>
              <a:t>AMP</a:t>
            </a:r>
            <a:r>
              <a:rPr lang="zh-CN" altLang="en-US" dirty="0"/>
              <a:t>序列，但实际上大多数新型</a:t>
            </a:r>
            <a:r>
              <a:rPr lang="en-US" altLang="zh-CN" dirty="0"/>
              <a:t>AMP</a:t>
            </a:r>
            <a:r>
              <a:rPr lang="zh-CN" altLang="en-US" dirty="0"/>
              <a:t>序列与已知序列相似度低于</a:t>
            </a:r>
            <a:r>
              <a:rPr lang="en-US" altLang="zh-CN" dirty="0"/>
              <a:t>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抗菌肽通常较短，传统方法能使用的信息太少，结果不稳定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不同序列的</a:t>
            </a:r>
            <a:r>
              <a:rPr lang="en-US" altLang="zh-CN" dirty="0"/>
              <a:t>AMP</a:t>
            </a:r>
            <a:r>
              <a:rPr lang="zh-CN" altLang="en-US" dirty="0"/>
              <a:t>有可能有相似的功能，藏得深，无法发现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E22EBF-4A6D-490E-F442-6CDF54E511D8}"/>
              </a:ext>
            </a:extLst>
          </p:cNvPr>
          <p:cNvSpPr txBox="1"/>
          <p:nvPr/>
        </p:nvSpPr>
        <p:spPr>
          <a:xfrm>
            <a:off x="381368" y="4588329"/>
            <a:ext cx="8256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动因：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标注少 </a:t>
            </a:r>
            <a:r>
              <a:rPr lang="en-US" altLang="zh-CN" dirty="0"/>
              <a:t>—— </a:t>
            </a:r>
            <a:r>
              <a:rPr lang="zh-CN" altLang="en-US" dirty="0"/>
              <a:t>自监督（</a:t>
            </a:r>
            <a:r>
              <a:rPr lang="en-US" altLang="zh-CN" dirty="0"/>
              <a:t>BERT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长度短 </a:t>
            </a:r>
            <a:r>
              <a:rPr lang="en-US" altLang="zh-CN" dirty="0"/>
              <a:t>—— </a:t>
            </a:r>
            <a:r>
              <a:rPr lang="zh-CN" altLang="en-US" dirty="0"/>
              <a:t>深度编码上下文特征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变异强 </a:t>
            </a:r>
            <a:r>
              <a:rPr lang="en-US" altLang="zh-CN" dirty="0"/>
              <a:t>—— </a:t>
            </a:r>
            <a:r>
              <a:rPr lang="zh-CN" altLang="en-US" dirty="0"/>
              <a:t>不依赖同源比对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912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>
            <a:extLst>
              <a:ext uri="{FF2B5EF4-FFF2-40B4-BE49-F238E27FC236}">
                <a16:creationId xmlns:a16="http://schemas.microsoft.com/office/drawing/2014/main" id="{9900691E-B865-9666-7793-D880FE82E1FD}"/>
              </a:ext>
            </a:extLst>
          </p:cNvPr>
          <p:cNvSpPr/>
          <p:nvPr/>
        </p:nvSpPr>
        <p:spPr>
          <a:xfrm>
            <a:off x="3836684" y="4238056"/>
            <a:ext cx="1420156" cy="1420156"/>
          </a:xfrm>
          <a:prstGeom prst="ellipse">
            <a:avLst/>
          </a:prstGeom>
          <a:solidFill>
            <a:schemeClr val="tx2"/>
          </a:solidFill>
          <a:ln w="57150" cap="rnd">
            <a:solidFill>
              <a:schemeClr val="tx2"/>
            </a:soli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ADEF90C-038B-A5F6-CFA2-3300D60A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动因和目的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C10A7FF-7AFC-D135-E1F4-E6CE011B5A34}"/>
              </a:ext>
            </a:extLst>
          </p:cNvPr>
          <p:cNvGrpSpPr/>
          <p:nvPr/>
        </p:nvGrpSpPr>
        <p:grpSpPr>
          <a:xfrm>
            <a:off x="536309" y="2476945"/>
            <a:ext cx="1772580" cy="1772580"/>
            <a:chOff x="2342351" y="1623090"/>
            <a:chExt cx="1772580" cy="177258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2A07BFBE-6083-612A-349E-EEF7D1B42C95}"/>
                </a:ext>
              </a:extLst>
            </p:cNvPr>
            <p:cNvSpPr/>
            <p:nvPr/>
          </p:nvSpPr>
          <p:spPr>
            <a:xfrm>
              <a:off x="2342351" y="1623090"/>
              <a:ext cx="1772580" cy="177258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1AE6EAC-8E19-C943-BA5A-8A8059C28328}"/>
                </a:ext>
              </a:extLst>
            </p:cNvPr>
            <p:cNvGrpSpPr/>
            <p:nvPr/>
          </p:nvGrpSpPr>
          <p:grpSpPr>
            <a:xfrm>
              <a:off x="2815707" y="2110402"/>
              <a:ext cx="825868" cy="797957"/>
              <a:chOff x="2806194" y="2184058"/>
              <a:chExt cx="825868" cy="797957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3CBDFE35-B143-5F69-2993-7FDD14A10B87}"/>
                  </a:ext>
                </a:extLst>
              </p:cNvPr>
              <p:cNvGrpSpPr/>
              <p:nvPr/>
            </p:nvGrpSpPr>
            <p:grpSpPr>
              <a:xfrm>
                <a:off x="2806194" y="2184058"/>
                <a:ext cx="825868" cy="797957"/>
                <a:chOff x="2821534" y="2233613"/>
                <a:chExt cx="825868" cy="797957"/>
              </a:xfrm>
            </p:grpSpPr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84ED001-7FE5-C2A9-66A5-FC75485A82CE}"/>
                    </a:ext>
                  </a:extLst>
                </p:cNvPr>
                <p:cNvSpPr txBox="1"/>
                <p:nvPr/>
              </p:nvSpPr>
              <p:spPr>
                <a:xfrm>
                  <a:off x="2821534" y="2233613"/>
                  <a:ext cx="8258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latin typeface="Segoe UI" panose="020B0502040204020203" pitchFamily="34" charset="0"/>
                    </a:rPr>
                    <a:t>动因</a:t>
                  </a: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D7369A44-A974-5E87-0BB9-1820D14CF8B2}"/>
                    </a:ext>
                  </a:extLst>
                </p:cNvPr>
                <p:cNvSpPr txBox="1"/>
                <p:nvPr/>
              </p:nvSpPr>
              <p:spPr>
                <a:xfrm>
                  <a:off x="2911303" y="2662238"/>
                  <a:ext cx="6463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latin typeface="Segoe UI" panose="020B0502040204020203" pitchFamily="34" charset="0"/>
                    </a:rPr>
                    <a:t>目的</a:t>
                  </a:r>
                </a:p>
              </p:txBody>
            </p:sp>
          </p:grp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79DF6CC-6285-81A9-9B17-8CDE41943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4649" y="2583036"/>
                <a:ext cx="60007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8A35D8C-5788-A70F-ACA1-438181EEBC66}"/>
              </a:ext>
            </a:extLst>
          </p:cNvPr>
          <p:cNvGrpSpPr/>
          <p:nvPr/>
        </p:nvGrpSpPr>
        <p:grpSpPr>
          <a:xfrm>
            <a:off x="3836684" y="1067425"/>
            <a:ext cx="1420156" cy="1420156"/>
            <a:chOff x="2518563" y="1799302"/>
            <a:chExt cx="1420156" cy="1420156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C7B2D90-0A7F-AD25-8B98-DF477600AD90}"/>
                </a:ext>
              </a:extLst>
            </p:cNvPr>
            <p:cNvSpPr/>
            <p:nvPr/>
          </p:nvSpPr>
          <p:spPr>
            <a:xfrm>
              <a:off x="2518563" y="1799302"/>
              <a:ext cx="1420156" cy="1420156"/>
            </a:xfrm>
            <a:prstGeom prst="ellipse">
              <a:avLst/>
            </a:prstGeom>
            <a:solidFill>
              <a:schemeClr val="bg2"/>
            </a:solidFill>
            <a:ln w="57150" cap="rnd">
              <a:solidFill>
                <a:schemeClr val="bg2"/>
              </a:solidFill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BE68581-8985-99E2-77A3-CB1293E34599}"/>
                </a:ext>
              </a:extLst>
            </p:cNvPr>
            <p:cNvSpPr txBox="1"/>
            <p:nvPr/>
          </p:nvSpPr>
          <p:spPr>
            <a:xfrm>
              <a:off x="2662575" y="2186214"/>
              <a:ext cx="11230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Segoe UI" panose="020B0502040204020203" pitchFamily="34" charset="0"/>
                </a:rPr>
                <a:t>传统方法的局限性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89292F-7027-AF68-3942-A3598297885D}"/>
              </a:ext>
            </a:extLst>
          </p:cNvPr>
          <p:cNvSpPr txBox="1"/>
          <p:nvPr/>
        </p:nvSpPr>
        <p:spPr>
          <a:xfrm>
            <a:off x="3980696" y="4624968"/>
            <a:ext cx="1123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Segoe UI" panose="020B0502040204020203" pitchFamily="34" charset="0"/>
              </a:rPr>
              <a:t>NLP</a:t>
            </a:r>
            <a:r>
              <a:rPr lang="zh-CN" altLang="en-US" dirty="0">
                <a:solidFill>
                  <a:schemeClr val="bg1"/>
                </a:solidFill>
                <a:latin typeface="Segoe UI" panose="020B0502040204020203" pitchFamily="34" charset="0"/>
              </a:rPr>
              <a:t>方法的优势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2D5C754-19F4-3C8C-2121-622F24A779EF}"/>
              </a:ext>
            </a:extLst>
          </p:cNvPr>
          <p:cNvGrpSpPr/>
          <p:nvPr/>
        </p:nvGrpSpPr>
        <p:grpSpPr>
          <a:xfrm>
            <a:off x="2049301" y="1777503"/>
            <a:ext cx="1787383" cy="959030"/>
            <a:chOff x="4433775" y="1850275"/>
            <a:chExt cx="1787383" cy="959030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7501800-8D2B-6FDC-AC61-E40692F8FD37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4433775" y="1850275"/>
              <a:ext cx="979909" cy="95903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8F0D0D8-933B-0E5D-C7F3-9D72157A9089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>
              <a:off x="5413684" y="1850275"/>
              <a:ext cx="807474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D82CE97-F5A1-B556-FA74-6AFD4FCF80A0}"/>
              </a:ext>
            </a:extLst>
          </p:cNvPr>
          <p:cNvGrpSpPr/>
          <p:nvPr/>
        </p:nvGrpSpPr>
        <p:grpSpPr>
          <a:xfrm flipV="1">
            <a:off x="2049301" y="3989104"/>
            <a:ext cx="1787383" cy="959863"/>
            <a:chOff x="2648039" y="2045635"/>
            <a:chExt cx="1787383" cy="959863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1B9C8A0-532F-B22A-3DFA-932423A4CF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8039" y="2046468"/>
              <a:ext cx="979909" cy="95903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B760F17-A31A-4E39-4306-D5E350E4A5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7948" y="2045635"/>
              <a:ext cx="807474" cy="8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AFF4036-BC7F-B5C4-E14F-3B4A9B63DC04}"/>
              </a:ext>
            </a:extLst>
          </p:cNvPr>
          <p:cNvSpPr txBox="1"/>
          <p:nvPr/>
        </p:nvSpPr>
        <p:spPr>
          <a:xfrm>
            <a:off x="5553983" y="1139558"/>
            <a:ext cx="4588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egoe UI" panose="020B0502040204020203" pitchFamily="34" charset="0"/>
              </a:rPr>
              <a:t>AMP</a:t>
            </a:r>
            <a:r>
              <a:rPr lang="zh-CN" altLang="en-US" sz="2000" b="1" dirty="0">
                <a:latin typeface="Segoe UI" panose="020B0502040204020203" pitchFamily="34" charset="0"/>
              </a:rPr>
              <a:t>大多较短且变异性高</a:t>
            </a:r>
            <a:endParaRPr lang="en-US" altLang="zh-CN" sz="2000" b="1" dirty="0">
              <a:latin typeface="Segoe UI" panose="020B0502040204020203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4FAA78-62BF-C2DD-D89B-0FA4A91B8CF8}"/>
              </a:ext>
            </a:extLst>
          </p:cNvPr>
          <p:cNvSpPr txBox="1"/>
          <p:nvPr/>
        </p:nvSpPr>
        <p:spPr>
          <a:xfrm>
            <a:off x="5553985" y="1468638"/>
            <a:ext cx="4348801" cy="12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BLAST</a:t>
            </a:r>
            <a:r>
              <a:rPr lang="zh-CN" altLang="en-US" sz="1600" dirty="0"/>
              <a:t>或</a:t>
            </a:r>
            <a:r>
              <a:rPr lang="en-US" altLang="zh-CN" sz="1600" dirty="0"/>
              <a:t>HMM</a:t>
            </a:r>
            <a:r>
              <a:rPr lang="zh-CN" altLang="en-US" sz="1600" dirty="0"/>
              <a:t>依赖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高相似度</a:t>
            </a:r>
            <a:r>
              <a:rPr lang="zh-CN" altLang="en-US" sz="1600" dirty="0"/>
              <a:t>的</a:t>
            </a:r>
            <a:r>
              <a:rPr lang="en-US" altLang="zh-CN" sz="1600" dirty="0"/>
              <a:t>AMP</a:t>
            </a:r>
            <a:r>
              <a:rPr lang="zh-CN" altLang="en-US" sz="1600" dirty="0"/>
              <a:t>序列</a:t>
            </a:r>
            <a:endParaRPr lang="en-US" altLang="zh-CN" sz="16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传统方法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能使用的信息太少</a:t>
            </a:r>
            <a:r>
              <a:rPr lang="zh-CN" altLang="en-US" sz="1600" dirty="0"/>
              <a:t>，结果不稳定</a:t>
            </a:r>
            <a:endParaRPr lang="en-US" altLang="zh-CN" sz="16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不同序列</a:t>
            </a:r>
            <a:r>
              <a:rPr lang="zh-CN" altLang="en-US" sz="1600" dirty="0"/>
              <a:t>的</a:t>
            </a:r>
            <a:r>
              <a:rPr lang="en-US" altLang="zh-CN" sz="1600" dirty="0"/>
              <a:t>AMP</a:t>
            </a:r>
            <a:r>
              <a:rPr lang="zh-CN" altLang="en-US" sz="1600" dirty="0"/>
              <a:t>有可能有相似的功能</a:t>
            </a:r>
            <a:endParaRPr lang="en-US" altLang="zh-CN" sz="1100" dirty="0">
              <a:latin typeface="Segoe UI" panose="020B0502040204020203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F500A-798D-B28C-E796-5949E188AB05}"/>
              </a:ext>
            </a:extLst>
          </p:cNvPr>
          <p:cNvSpPr txBox="1"/>
          <p:nvPr/>
        </p:nvSpPr>
        <p:spPr>
          <a:xfrm>
            <a:off x="5553984" y="4190638"/>
            <a:ext cx="6305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Segoe UI" panose="020B0502040204020203" pitchFamily="34" charset="0"/>
              </a:rPr>
              <a:t>在无同源信息的情况下自动学习</a:t>
            </a:r>
            <a:r>
              <a:rPr lang="en-US" altLang="zh-CN" sz="2000" b="1" dirty="0">
                <a:solidFill>
                  <a:schemeClr val="tx2"/>
                </a:solidFill>
                <a:latin typeface="Segoe UI" panose="020B0502040204020203" pitchFamily="34" charset="0"/>
              </a:rPr>
              <a:t>AMP</a:t>
            </a:r>
            <a:r>
              <a:rPr lang="zh-CN" altLang="en-US" sz="2000" b="1" dirty="0">
                <a:solidFill>
                  <a:schemeClr val="tx2"/>
                </a:solidFill>
                <a:latin typeface="Segoe UI" panose="020B0502040204020203" pitchFamily="34" charset="0"/>
              </a:rPr>
              <a:t>的深层序列特征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A04EF5-EFDD-E14F-8547-278386E0A93A}"/>
              </a:ext>
            </a:extLst>
          </p:cNvPr>
          <p:cNvSpPr txBox="1"/>
          <p:nvPr/>
        </p:nvSpPr>
        <p:spPr>
          <a:xfrm>
            <a:off x="5554879" y="4634855"/>
            <a:ext cx="4037177" cy="122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标注少 </a:t>
            </a:r>
            <a:r>
              <a:rPr lang="en-US" altLang="zh-CN" sz="1600" dirty="0"/>
              <a:t>—— 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自监督</a:t>
            </a:r>
            <a:r>
              <a:rPr lang="zh-CN" altLang="en-US" sz="1600" dirty="0"/>
              <a:t>（</a:t>
            </a:r>
            <a:r>
              <a:rPr lang="en-US" altLang="zh-CN" sz="1600" dirty="0"/>
              <a:t>BERT</a:t>
            </a:r>
            <a:r>
              <a:rPr lang="zh-CN" altLang="en-US" sz="1600" dirty="0"/>
              <a:t>）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长度短 </a:t>
            </a:r>
            <a:r>
              <a:rPr lang="en-US" altLang="zh-CN" sz="1600" dirty="0"/>
              <a:t>—— </a:t>
            </a:r>
            <a:r>
              <a:rPr lang="zh-CN" altLang="en-US" sz="1600" dirty="0"/>
              <a:t>深度编码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上下文特征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变异强 </a:t>
            </a:r>
            <a:r>
              <a:rPr lang="en-US" altLang="zh-CN" sz="1600" dirty="0"/>
              <a:t>—— 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</a:rPr>
              <a:t>不依赖同源比对</a:t>
            </a:r>
          </a:p>
        </p:txBody>
      </p:sp>
    </p:spTree>
    <p:extLst>
      <p:ext uri="{BB962C8B-B14F-4D97-AF65-F5344CB8AC3E}">
        <p14:creationId xmlns:p14="http://schemas.microsoft.com/office/powerpoint/2010/main" val="417455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23910-FF8D-94EA-5DEB-C3164753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深度学习框架</a:t>
            </a:r>
            <a:r>
              <a:rPr lang="en-US" altLang="zh-CN" dirty="0"/>
              <a:t>——</a:t>
            </a:r>
            <a:r>
              <a:rPr lang="zh-CN" altLang="en-US" dirty="0"/>
              <a:t>模型结构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9460FAF-85BF-9145-2BEE-863F29A62E54}"/>
              </a:ext>
            </a:extLst>
          </p:cNvPr>
          <p:cNvSpPr/>
          <p:nvPr/>
        </p:nvSpPr>
        <p:spPr>
          <a:xfrm>
            <a:off x="3817197" y="1749489"/>
            <a:ext cx="2531024" cy="2531022"/>
          </a:xfrm>
          <a:prstGeom prst="ellipse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LSTM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3D8A1A2-03BE-28ED-3F5F-0E3471C9B73C}"/>
              </a:ext>
            </a:extLst>
          </p:cNvPr>
          <p:cNvSpPr/>
          <p:nvPr/>
        </p:nvSpPr>
        <p:spPr>
          <a:xfrm>
            <a:off x="4825287" y="3550817"/>
            <a:ext cx="2531024" cy="2531022"/>
          </a:xfrm>
          <a:prstGeom prst="ellipse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92A0D40-75F9-60F1-2729-32F1AC10B973}"/>
              </a:ext>
            </a:extLst>
          </p:cNvPr>
          <p:cNvSpPr/>
          <p:nvPr/>
        </p:nvSpPr>
        <p:spPr>
          <a:xfrm>
            <a:off x="2809106" y="3550817"/>
            <a:ext cx="2531024" cy="2531022"/>
          </a:xfrm>
          <a:prstGeom prst="ellipse">
            <a:avLst/>
          </a:prstGeom>
          <a:solidFill>
            <a:schemeClr val="tx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2400" b="1" dirty="0">
                <a:solidFill>
                  <a:schemeClr val="bg1"/>
                </a:solidFill>
              </a:rPr>
              <a:t>BERT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44969B0-8A6D-B4F4-DCD7-6BFAFBC4BAB0}"/>
              </a:ext>
            </a:extLst>
          </p:cNvPr>
          <p:cNvSpPr/>
          <p:nvPr/>
        </p:nvSpPr>
        <p:spPr>
          <a:xfrm>
            <a:off x="2702659" y="4703781"/>
            <a:ext cx="225094" cy="225094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C3AE8FEF-D63D-A349-34C8-08CE55E59BFD}"/>
              </a:ext>
            </a:extLst>
          </p:cNvPr>
          <p:cNvSpPr/>
          <p:nvPr/>
        </p:nvSpPr>
        <p:spPr>
          <a:xfrm rot="5400000">
            <a:off x="2793451" y="4793469"/>
            <a:ext cx="53034" cy="4571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25CEAEE-98F8-0858-18EE-21F344A268A6}"/>
              </a:ext>
            </a:extLst>
          </p:cNvPr>
          <p:cNvGrpSpPr/>
          <p:nvPr/>
        </p:nvGrpSpPr>
        <p:grpSpPr>
          <a:xfrm>
            <a:off x="3703567" y="2902453"/>
            <a:ext cx="225094" cy="225094"/>
            <a:chOff x="8250706" y="4217117"/>
            <a:chExt cx="225094" cy="225094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4EF2B7E-079D-DB36-AC36-5A6AC552E096}"/>
                </a:ext>
              </a:extLst>
            </p:cNvPr>
            <p:cNvSpPr/>
            <p:nvPr/>
          </p:nvSpPr>
          <p:spPr>
            <a:xfrm>
              <a:off x="8250706" y="4217117"/>
              <a:ext cx="225094" cy="22509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3765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EFE28110-8FE2-722A-CD00-F195CC759FEE}"/>
                </a:ext>
              </a:extLst>
            </p:cNvPr>
            <p:cNvSpPr/>
            <p:nvPr/>
          </p:nvSpPr>
          <p:spPr>
            <a:xfrm rot="5400000">
              <a:off x="8343879" y="4306805"/>
              <a:ext cx="53034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43CFC5-C777-F1E8-308F-8AC704858E9D}"/>
              </a:ext>
            </a:extLst>
          </p:cNvPr>
          <p:cNvGrpSpPr/>
          <p:nvPr/>
        </p:nvGrpSpPr>
        <p:grpSpPr>
          <a:xfrm>
            <a:off x="281627" y="4101195"/>
            <a:ext cx="2718447" cy="1971401"/>
            <a:chOff x="1280421" y="3325080"/>
            <a:chExt cx="2171757" cy="89768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B1F4ADE-7EB0-8DA0-513C-182DCF9F753C}"/>
                </a:ext>
              </a:extLst>
            </p:cNvPr>
            <p:cNvSpPr txBox="1"/>
            <p:nvPr/>
          </p:nvSpPr>
          <p:spPr>
            <a:xfrm>
              <a:off x="1280421" y="3325080"/>
              <a:ext cx="2171757" cy="182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Segoe UI" panose="020B0502040204020203" pitchFamily="34" charset="0"/>
                </a:rPr>
                <a:t>封装的预训练模型</a:t>
              </a:r>
              <a:endParaRPr lang="en-US" altLang="zh-CN" sz="2000" b="1" dirty="0">
                <a:solidFill>
                  <a:srgbClr val="FF0000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E20B951-7D65-4972-DAEA-E319353AC14F}"/>
                </a:ext>
              </a:extLst>
            </p:cNvPr>
            <p:cNvSpPr txBox="1"/>
            <p:nvPr/>
          </p:nvSpPr>
          <p:spPr>
            <a:xfrm>
              <a:off x="1280421" y="3508277"/>
              <a:ext cx="2171757" cy="714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latin typeface="Arial" panose="020B0604020202020204" pitchFamily="34" charset="0"/>
                </a:rPr>
                <a:t>能捕捉</a:t>
              </a:r>
              <a:r>
                <a:rPr lang="zh-CN" altLang="zh-CN" sz="1700" b="1" dirty="0">
                  <a:solidFill>
                    <a:schemeClr val="bg2">
                      <a:lumMod val="50000"/>
                    </a:schemeClr>
                  </a:solidFill>
                </a:rPr>
                <a:t>深层上下文</a:t>
              </a:r>
              <a:r>
                <a:rPr lang="zh-CN" altLang="zh-CN" sz="1600" dirty="0">
                  <a:latin typeface="Arial" panose="020B0604020202020204" pitchFamily="34" charset="0"/>
                </a:rPr>
                <a:t>信息</a:t>
              </a:r>
            </a:p>
            <a:p>
              <a:pPr marL="17145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latin typeface="Arial" panose="020B0604020202020204" pitchFamily="34" charset="0"/>
                </a:rPr>
                <a:t>不依赖传统比对特征</a:t>
              </a:r>
              <a:endParaRPr lang="en-US" altLang="zh-CN" sz="1600" dirty="0">
                <a:latin typeface="Arial" panose="020B0604020202020204" pitchFamily="34" charset="0"/>
              </a:endParaRPr>
            </a:p>
            <a:p>
              <a:pPr marL="17145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700" b="1" dirty="0">
                  <a:solidFill>
                    <a:schemeClr val="bg2">
                      <a:lumMod val="50000"/>
                    </a:schemeClr>
                  </a:solidFill>
                </a:rPr>
                <a:t>自监督</a:t>
              </a:r>
              <a:endParaRPr lang="zh-CN" altLang="zh-CN" sz="17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D28C8B-7230-D22A-2E29-1AD4DF64FB12}"/>
              </a:ext>
            </a:extLst>
          </p:cNvPr>
          <p:cNvGrpSpPr/>
          <p:nvPr/>
        </p:nvGrpSpPr>
        <p:grpSpPr>
          <a:xfrm>
            <a:off x="7438153" y="4014117"/>
            <a:ext cx="4472220" cy="1239578"/>
            <a:chOff x="1280421" y="3325080"/>
            <a:chExt cx="2171757" cy="74577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E136C3A-9468-A9D2-899A-236694102B87}"/>
                </a:ext>
              </a:extLst>
            </p:cNvPr>
            <p:cNvSpPr txBox="1"/>
            <p:nvPr/>
          </p:nvSpPr>
          <p:spPr>
            <a:xfrm>
              <a:off x="1280421" y="3325080"/>
              <a:ext cx="2171757" cy="259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Segoe UI" panose="020B0502040204020203" pitchFamily="34" charset="0"/>
                </a:rPr>
                <a:t>注意力机制</a:t>
              </a:r>
              <a:endParaRPr lang="en-US" altLang="zh-CN" sz="2000" b="1" dirty="0">
                <a:latin typeface="Segoe UI" panose="020B0502040204020203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CAEDBA4-4E54-57B9-C73B-9255D572CB2F}"/>
                </a:ext>
              </a:extLst>
            </p:cNvPr>
            <p:cNvSpPr txBox="1"/>
            <p:nvPr/>
          </p:nvSpPr>
          <p:spPr>
            <a:xfrm>
              <a:off x="1280421" y="3584825"/>
              <a:ext cx="2171757" cy="486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latin typeface="Segoe UI" panose="020B0502040204020203" pitchFamily="34" charset="0"/>
                </a:rPr>
                <a:t>用</a:t>
              </a:r>
              <a:r>
                <a:rPr lang="en-US" altLang="zh-CN" sz="1600" dirty="0">
                  <a:latin typeface="Segoe UI" panose="020B0502040204020203" pitchFamily="34" charset="0"/>
                </a:rPr>
                <a:t>self-ATT</a:t>
              </a:r>
              <a:r>
                <a:rPr lang="zh-CN" altLang="en-US" sz="1600" dirty="0">
                  <a:latin typeface="Segoe UI" panose="020B0502040204020203" pitchFamily="34" charset="0"/>
                </a:rPr>
                <a:t>替换</a:t>
              </a:r>
              <a:r>
                <a:rPr lang="en-US" altLang="zh-CN" sz="1600" dirty="0">
                  <a:latin typeface="Segoe UI" panose="020B0502040204020203" pitchFamily="34" charset="0"/>
                </a:rPr>
                <a:t>LSTM-block</a:t>
              </a:r>
              <a:r>
                <a:rPr lang="zh-CN" altLang="en-US" sz="1600" dirty="0">
                  <a:latin typeface="Segoe UI" panose="020B0502040204020203" pitchFamily="34" charset="0"/>
                </a:rPr>
                <a:t>在网络中的位置</a:t>
              </a:r>
              <a:endParaRPr lang="en-US" altLang="zh-CN" sz="1600" dirty="0">
                <a:latin typeface="Segoe UI" panose="020B0502040204020203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latin typeface="Segoe UI" panose="020B0502040204020203" pitchFamily="34" charset="0"/>
                </a:rPr>
                <a:t>注重</a:t>
              </a:r>
              <a:r>
                <a:rPr lang="zh-CN" altLang="en-US" sz="1700" b="1" dirty="0">
                  <a:solidFill>
                    <a:schemeClr val="bg2">
                      <a:lumMod val="50000"/>
                    </a:schemeClr>
                  </a:solidFill>
                </a:rPr>
                <a:t>上下文信息</a:t>
              </a:r>
              <a:r>
                <a:rPr lang="zh-CN" altLang="en-US" sz="1600" dirty="0">
                  <a:latin typeface="Segoe UI" panose="020B0502040204020203" pitchFamily="34" charset="0"/>
                </a:rPr>
                <a:t>的挖掘和应用</a:t>
              </a:r>
              <a:endParaRPr lang="en-US" altLang="zh-CN" sz="1000" dirty="0">
                <a:latin typeface="Segoe UI" panose="020B0502040204020203" pitchFamily="34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1ECFEA2-C6B4-4B06-D219-088D166694B8}"/>
              </a:ext>
            </a:extLst>
          </p:cNvPr>
          <p:cNvGrpSpPr/>
          <p:nvPr/>
        </p:nvGrpSpPr>
        <p:grpSpPr>
          <a:xfrm>
            <a:off x="768169" y="2247766"/>
            <a:ext cx="3032227" cy="1240106"/>
            <a:chOff x="1280421" y="3325080"/>
            <a:chExt cx="2171758" cy="962317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566CDA0-50F4-CBA8-6CCF-477F7747B4DA}"/>
                </a:ext>
              </a:extLst>
            </p:cNvPr>
            <p:cNvSpPr txBox="1"/>
            <p:nvPr/>
          </p:nvSpPr>
          <p:spPr>
            <a:xfrm>
              <a:off x="1280421" y="3325080"/>
              <a:ext cx="2171757" cy="310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Segoe UI" panose="020B0502040204020203" pitchFamily="34" charset="0"/>
                </a:rPr>
                <a:t>长短期记忆网络</a:t>
              </a:r>
              <a:endParaRPr lang="en-US" altLang="zh-CN" sz="2000" b="1" dirty="0">
                <a:latin typeface="Segoe UI" panose="020B0502040204020203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88DCC8-4AD2-867F-C58D-1F5B59B6EE3A}"/>
                </a:ext>
              </a:extLst>
            </p:cNvPr>
            <p:cNvSpPr txBox="1"/>
            <p:nvPr/>
          </p:nvSpPr>
          <p:spPr>
            <a:xfrm>
              <a:off x="1280422" y="3658718"/>
              <a:ext cx="2171757" cy="628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处理序列中的</a:t>
              </a:r>
              <a:r>
                <a:rPr lang="zh-CN" altLang="zh-CN" sz="1700" b="1" dirty="0">
                  <a:solidFill>
                    <a:schemeClr val="bg2">
                      <a:lumMod val="50000"/>
                    </a:schemeClr>
                  </a:solidFill>
                </a:rPr>
                <a:t>远程依赖</a:t>
              </a: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关系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171450" marR="0" lvl="0" indent="-171450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zh-CN" altLang="en-US" sz="1600" dirty="0">
                  <a:latin typeface="Arial" panose="020B0604020202020204" pitchFamily="34" charset="0"/>
                </a:rPr>
                <a:t>在本研究前已证明有效性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6D91CA0D-426E-D166-B7D0-5A59E85834E4}"/>
              </a:ext>
            </a:extLst>
          </p:cNvPr>
          <p:cNvSpPr txBox="1"/>
          <p:nvPr/>
        </p:nvSpPr>
        <p:spPr>
          <a:xfrm>
            <a:off x="6929137" y="1816879"/>
            <a:ext cx="5262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使用的 </a:t>
            </a:r>
            <a:r>
              <a:rPr lang="de-DE" altLang="zh-CN" sz="2400" dirty="0"/>
              <a:t>NLP </a:t>
            </a:r>
            <a:r>
              <a:rPr lang="zh-CN" altLang="en-US" sz="2400" dirty="0"/>
              <a:t>模型本质上都是为了</a:t>
            </a:r>
            <a:endParaRPr lang="en-US" altLang="zh-CN" sz="2400" dirty="0"/>
          </a:p>
          <a:p>
            <a:r>
              <a:rPr lang="zh-CN" altLang="en-US" sz="2400" b="1" dirty="0"/>
              <a:t>从</a:t>
            </a:r>
            <a:r>
              <a:rPr lang="en-US" altLang="zh-CN" sz="2400" b="1" dirty="0"/>
              <a:t>AMP</a:t>
            </a:r>
            <a:r>
              <a:rPr lang="zh-CN" altLang="en-US" sz="2400" b="1" dirty="0"/>
              <a:t>序列中深入挖掘上下文信息</a:t>
            </a:r>
            <a:endParaRPr lang="zh-CN" altLang="en-US" sz="2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84FD8E-568C-2E8F-6FF7-E4E2F7584CDA}"/>
              </a:ext>
            </a:extLst>
          </p:cNvPr>
          <p:cNvSpPr txBox="1"/>
          <p:nvPr/>
        </p:nvSpPr>
        <p:spPr>
          <a:xfrm>
            <a:off x="306646" y="6261511"/>
            <a:ext cx="3955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* 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具体结构见附录</a:t>
            </a:r>
          </a:p>
        </p:txBody>
      </p:sp>
    </p:spTree>
    <p:extLst>
      <p:ext uri="{BB962C8B-B14F-4D97-AF65-F5344CB8AC3E}">
        <p14:creationId xmlns:p14="http://schemas.microsoft.com/office/powerpoint/2010/main" val="173934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4" grpId="0" animBg="1"/>
      <p:bldP spid="9" grpId="0" animBg="1"/>
      <p:bldP spid="10" grpId="0" animBg="1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60F3F-FE40-B6CD-6A34-C9349C31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深度学习框架</a:t>
            </a:r>
            <a:r>
              <a:rPr lang="en-US" altLang="zh-CN" dirty="0"/>
              <a:t>——</a:t>
            </a:r>
            <a:r>
              <a:rPr lang="zh-CN" altLang="en-US" dirty="0"/>
              <a:t>数据集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0CC5BC-00DA-2E1C-B304-E24AAA9C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61" y="1471866"/>
            <a:ext cx="3623659" cy="22441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72337A-272F-4ED0-66E5-74D20511D509}"/>
              </a:ext>
            </a:extLst>
          </p:cNvPr>
          <p:cNvSpPr txBox="1"/>
          <p:nvPr/>
        </p:nvSpPr>
        <p:spPr>
          <a:xfrm>
            <a:off x="347472" y="4538374"/>
            <a:ext cx="6053328" cy="133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明显特征：</a:t>
            </a:r>
            <a:r>
              <a:rPr lang="en-US" altLang="zh-CN" dirty="0"/>
              <a:t>AMP</a:t>
            </a:r>
            <a:r>
              <a:rPr lang="zh-CN" altLang="en-US" dirty="0"/>
              <a:t>往往具有更短的长度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长度</a:t>
            </a:r>
            <a:r>
              <a:rPr lang="zh-CN" altLang="en-US" sz="1900" b="1" dirty="0">
                <a:solidFill>
                  <a:schemeClr val="bg2">
                    <a:lumMod val="50000"/>
                  </a:schemeClr>
                </a:solidFill>
              </a:rPr>
              <a:t>不是功能性特征</a:t>
            </a:r>
            <a:endParaRPr lang="en-US" altLang="zh-CN" sz="1900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希望提高模型的</a:t>
            </a:r>
            <a:r>
              <a:rPr lang="zh-CN" altLang="en-US" sz="1900" b="1" dirty="0">
                <a:solidFill>
                  <a:schemeClr val="bg2">
                    <a:lumMod val="50000"/>
                  </a:schemeClr>
                </a:solidFill>
              </a:rPr>
              <a:t>泛化能力</a:t>
            </a:r>
            <a:endParaRPr lang="en-US" altLang="zh-CN" sz="1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284AB7-FCFF-F054-E275-70AC1158431D}"/>
              </a:ext>
            </a:extLst>
          </p:cNvPr>
          <p:cNvSpPr txBox="1"/>
          <p:nvPr/>
        </p:nvSpPr>
        <p:spPr>
          <a:xfrm>
            <a:off x="1029392" y="3740209"/>
            <a:ext cx="3822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原始数据中</a:t>
            </a:r>
            <a:r>
              <a:rPr lang="en-US" altLang="zh-CN" sz="1600" dirty="0"/>
              <a:t>AMP</a:t>
            </a:r>
            <a:r>
              <a:rPr lang="zh-CN" altLang="en-US" sz="1600" dirty="0"/>
              <a:t>和非</a:t>
            </a:r>
            <a:r>
              <a:rPr lang="en-US" altLang="zh-CN" sz="1600" dirty="0"/>
              <a:t>AMP</a:t>
            </a:r>
            <a:r>
              <a:rPr lang="zh-CN" altLang="en-US" sz="1600" dirty="0"/>
              <a:t>的长度分布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B4A7275-6E27-CB3B-CDA2-698C09A1C7F4}"/>
              </a:ext>
            </a:extLst>
          </p:cNvPr>
          <p:cNvSpPr/>
          <p:nvPr/>
        </p:nvSpPr>
        <p:spPr>
          <a:xfrm>
            <a:off x="5047488" y="2214470"/>
            <a:ext cx="1353312" cy="758952"/>
          </a:xfrm>
          <a:prstGeom prst="rightArrow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A0C48F8-2FF7-9AE3-6264-2E4BF12E3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381" y="1325562"/>
            <a:ext cx="3623659" cy="22980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7D4A285-A826-2542-5345-BC012EB37985}"/>
              </a:ext>
            </a:extLst>
          </p:cNvPr>
          <p:cNvSpPr txBox="1"/>
          <p:nvPr/>
        </p:nvSpPr>
        <p:spPr>
          <a:xfrm>
            <a:off x="6938501" y="3740209"/>
            <a:ext cx="4290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实际训练中使用的</a:t>
            </a:r>
            <a:r>
              <a:rPr lang="en-US" altLang="zh-CN" sz="1600" dirty="0"/>
              <a:t>AMP</a:t>
            </a:r>
            <a:r>
              <a:rPr lang="zh-CN" altLang="en-US" sz="1600" dirty="0"/>
              <a:t>和非</a:t>
            </a:r>
            <a:r>
              <a:rPr lang="en-US" altLang="zh-CN" sz="1600" dirty="0"/>
              <a:t>AMP</a:t>
            </a:r>
            <a:r>
              <a:rPr lang="zh-CN" altLang="en-US" sz="1600" dirty="0"/>
              <a:t>的长度分布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EDC109-DCD2-1890-4AAA-22E4038FDCF5}"/>
              </a:ext>
            </a:extLst>
          </p:cNvPr>
          <p:cNvSpPr txBox="1"/>
          <p:nvPr/>
        </p:nvSpPr>
        <p:spPr>
          <a:xfrm>
            <a:off x="5924624" y="4538374"/>
            <a:ext cx="6318504" cy="172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潜在风险：训练时的分布</a:t>
            </a:r>
            <a:r>
              <a:rPr lang="zh-CN" altLang="en-US" sz="1900" b="1" dirty="0">
                <a:solidFill>
                  <a:schemeClr val="bg2">
                    <a:lumMod val="50000"/>
                  </a:schemeClr>
                </a:solidFill>
              </a:rPr>
              <a:t>与实际不符</a:t>
            </a:r>
            <a:endParaRPr lang="en-US" altLang="zh-CN" sz="1900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解决方案：</a:t>
            </a:r>
            <a:r>
              <a:rPr lang="en-US" altLang="zh-CN" dirty="0"/>
              <a:t>1</a:t>
            </a:r>
            <a:r>
              <a:rPr lang="zh-CN" altLang="en-US" dirty="0"/>
              <a:t>）使用协变量偏移纠正</a:t>
            </a:r>
            <a:r>
              <a:rPr lang="en-US" altLang="zh-CN" dirty="0"/>
              <a:t>Loss</a:t>
            </a:r>
          </a:p>
          <a:p>
            <a:pPr lvl="3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b="1" dirty="0">
                <a:solidFill>
                  <a:schemeClr val="tx2"/>
                </a:solidFill>
              </a:rPr>
              <a:t>2</a:t>
            </a:r>
            <a:r>
              <a:rPr lang="zh-CN" altLang="en-US" b="1" dirty="0">
                <a:solidFill>
                  <a:schemeClr val="tx2"/>
                </a:solidFill>
              </a:rPr>
              <a:t>）使用不平衡训练模型，模拟自然比例分布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3"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en-US" altLang="zh-CN" b="1" dirty="0">
                <a:solidFill>
                  <a:schemeClr val="tx2"/>
                </a:solidFill>
              </a:rPr>
              <a:t>3</a:t>
            </a:r>
            <a:r>
              <a:rPr lang="zh-CN" altLang="en-US" b="1" dirty="0">
                <a:solidFill>
                  <a:schemeClr val="tx2"/>
                </a:solidFill>
              </a:rPr>
              <a:t>）多模型融合 </a:t>
            </a:r>
            <a:r>
              <a:rPr lang="en-US" altLang="zh-CN" b="1" dirty="0">
                <a:solidFill>
                  <a:schemeClr val="tx2"/>
                </a:solidFill>
              </a:rPr>
              <a:t>+ </a:t>
            </a:r>
            <a:r>
              <a:rPr lang="zh-CN" altLang="en-US" b="1" dirty="0">
                <a:solidFill>
                  <a:schemeClr val="tx2"/>
                </a:solidFill>
              </a:rPr>
              <a:t>交集策略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4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85811-ADC6-C0C3-7D8E-B5A6596D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深度学习框架</a:t>
            </a:r>
            <a:r>
              <a:rPr lang="en-US" altLang="zh-CN" dirty="0"/>
              <a:t>——</a:t>
            </a:r>
            <a:r>
              <a:rPr lang="zh-CN" altLang="en-US" dirty="0"/>
              <a:t>训练策略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B730685-BEFB-5F3F-5248-49B8B74B13E2}"/>
              </a:ext>
            </a:extLst>
          </p:cNvPr>
          <p:cNvSpPr/>
          <p:nvPr/>
        </p:nvSpPr>
        <p:spPr>
          <a:xfrm>
            <a:off x="7644081" y="1748408"/>
            <a:ext cx="4547919" cy="1004317"/>
          </a:xfrm>
          <a:custGeom>
            <a:avLst/>
            <a:gdLst>
              <a:gd name="connsiteX0" fmla="*/ 0 w 4547919"/>
              <a:gd name="connsiteY0" fmla="*/ 0 h 1004317"/>
              <a:gd name="connsiteX1" fmla="*/ 4547919 w 4547919"/>
              <a:gd name="connsiteY1" fmla="*/ 0 h 1004317"/>
              <a:gd name="connsiteX2" fmla="*/ 4547919 w 4547919"/>
              <a:gd name="connsiteY2" fmla="*/ 1004317 h 1004317"/>
              <a:gd name="connsiteX3" fmla="*/ 0 w 4547919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7919" h="1004317">
                <a:moveTo>
                  <a:pt x="0" y="0"/>
                </a:moveTo>
                <a:lnTo>
                  <a:pt x="4547919" y="0"/>
                </a:lnTo>
                <a:lnTo>
                  <a:pt x="4547919" y="1004317"/>
                </a:lnTo>
                <a:lnTo>
                  <a:pt x="0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E61F0E-FB9E-0679-86BF-ADDCFCAF48FE}"/>
              </a:ext>
            </a:extLst>
          </p:cNvPr>
          <p:cNvSpPr txBox="1"/>
          <p:nvPr/>
        </p:nvSpPr>
        <p:spPr>
          <a:xfrm>
            <a:off x="7781169" y="1935201"/>
            <a:ext cx="4547919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1</a:t>
            </a:r>
            <a:r>
              <a:rPr lang="zh-CN" altLang="en-US" sz="1400" dirty="0">
                <a:latin typeface="Segoe UI" panose="020B0502040204020203" pitchFamily="34" charset="0"/>
              </a:rPr>
              <a:t>）每个模型捕捉到不同的序列特征，存在“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互补性</a:t>
            </a:r>
            <a:r>
              <a:rPr lang="zh-CN" altLang="en-US" sz="1400" dirty="0">
                <a:latin typeface="Segoe UI" panose="020B0502040204020203" pitchFamily="34" charset="0"/>
              </a:rPr>
              <a:t>”</a:t>
            </a:r>
            <a:endParaRPr lang="en-US" altLang="zh-CN" sz="1400" dirty="0">
              <a:latin typeface="Segoe UI" panose="020B0502040204020203" pitchFamily="34" charset="0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400" dirty="0">
                <a:latin typeface="Segoe UI" panose="020B0502040204020203" pitchFamily="34" charset="0"/>
              </a:rPr>
              <a:t>2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zh-CN" altLang="zh-CN" sz="1400" dirty="0">
                <a:latin typeface="Segoe UI" panose="020B0502040204020203" pitchFamily="34" charset="0"/>
              </a:rPr>
              <a:t>构造所有可能</a:t>
            </a:r>
            <a:r>
              <a:rPr lang="zh-CN" altLang="zh-CN" sz="1400" b="1" dirty="0">
                <a:solidFill>
                  <a:schemeClr val="bg2">
                    <a:lumMod val="50000"/>
                  </a:schemeClr>
                </a:solidFill>
              </a:rPr>
              <a:t>组合</a:t>
            </a:r>
            <a:r>
              <a:rPr lang="zh-CN" altLang="en-US" sz="1400" dirty="0">
                <a:latin typeface="Segoe UI" panose="020B0502040204020203" pitchFamily="34" charset="0"/>
              </a:rPr>
              <a:t>，</a:t>
            </a:r>
            <a:r>
              <a:rPr lang="zh-CN" altLang="zh-CN" sz="1400" dirty="0">
                <a:latin typeface="Segoe UI" panose="020B0502040204020203" pitchFamily="34" charset="0"/>
              </a:rPr>
              <a:t>评估结果的</a:t>
            </a:r>
            <a:r>
              <a:rPr lang="zh-CN" altLang="en-US" sz="1400" dirty="0">
                <a:latin typeface="Segoe UI" panose="020B0502040204020203" pitchFamily="34" charset="0"/>
              </a:rPr>
              <a:t>指标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76B6519-91C7-E4E7-DCDD-E07F82B0AEBD}"/>
              </a:ext>
            </a:extLst>
          </p:cNvPr>
          <p:cNvGrpSpPr/>
          <p:nvPr/>
        </p:nvGrpSpPr>
        <p:grpSpPr>
          <a:xfrm>
            <a:off x="6075294" y="1381894"/>
            <a:ext cx="1662927" cy="1741524"/>
            <a:chOff x="6075294" y="1381894"/>
            <a:chExt cx="1662927" cy="1741524"/>
          </a:xfrm>
        </p:grpSpPr>
        <p:sp>
          <p:nvSpPr>
            <p:cNvPr id="10" name="六边形 9">
              <a:extLst>
                <a:ext uri="{FF2B5EF4-FFF2-40B4-BE49-F238E27FC236}">
                  <a16:creationId xmlns:a16="http://schemas.microsoft.com/office/drawing/2014/main" id="{DAAF8765-B91F-E712-F6C2-E7E8D1295201}"/>
                </a:ext>
              </a:extLst>
            </p:cNvPr>
            <p:cNvSpPr/>
            <p:nvPr/>
          </p:nvSpPr>
          <p:spPr>
            <a:xfrm rot="16200000">
              <a:off x="6035996" y="15019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0AA63CD-2FD9-EA86-7564-415293F3C888}"/>
                </a:ext>
              </a:extLst>
            </p:cNvPr>
            <p:cNvSpPr txBox="1"/>
            <p:nvPr/>
          </p:nvSpPr>
          <p:spPr>
            <a:xfrm>
              <a:off x="6075294" y="2092912"/>
              <a:ext cx="16629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多模型融合</a:t>
              </a:r>
            </a:p>
          </p:txBody>
        </p:sp>
      </p:grp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E676D7B-23AE-EF7F-B84A-AECB1382F541}"/>
              </a:ext>
            </a:extLst>
          </p:cNvPr>
          <p:cNvSpPr/>
          <p:nvPr/>
        </p:nvSpPr>
        <p:spPr>
          <a:xfrm>
            <a:off x="7595538" y="4677149"/>
            <a:ext cx="4596462" cy="1004317"/>
          </a:xfrm>
          <a:custGeom>
            <a:avLst/>
            <a:gdLst>
              <a:gd name="connsiteX0" fmla="*/ 0 w 4596462"/>
              <a:gd name="connsiteY0" fmla="*/ 0 h 1004317"/>
              <a:gd name="connsiteX1" fmla="*/ 4596462 w 4596462"/>
              <a:gd name="connsiteY1" fmla="*/ 0 h 1004317"/>
              <a:gd name="connsiteX2" fmla="*/ 4596462 w 4596462"/>
              <a:gd name="connsiteY2" fmla="*/ 1004317 h 1004317"/>
              <a:gd name="connsiteX3" fmla="*/ 0 w 4596462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462" h="1004317">
                <a:moveTo>
                  <a:pt x="0" y="0"/>
                </a:moveTo>
                <a:lnTo>
                  <a:pt x="4596462" y="0"/>
                </a:lnTo>
                <a:lnTo>
                  <a:pt x="4596462" y="1004317"/>
                </a:lnTo>
                <a:lnTo>
                  <a:pt x="0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1A140-74D7-3A26-AF94-BC478CCB12E0}"/>
              </a:ext>
            </a:extLst>
          </p:cNvPr>
          <p:cNvSpPr txBox="1"/>
          <p:nvPr/>
        </p:nvSpPr>
        <p:spPr>
          <a:xfrm>
            <a:off x="7781169" y="4869725"/>
            <a:ext cx="3612255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Segoe UI" panose="020B0502040204020203" pitchFamily="34" charset="0"/>
              </a:rPr>
              <a:t>在功能肽挖掘中，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降低假阳性</a:t>
            </a:r>
            <a:r>
              <a:rPr lang="zh-CN" altLang="en-US" sz="1400" dirty="0">
                <a:latin typeface="Segoe UI" panose="020B0502040204020203" pitchFamily="34" charset="0"/>
              </a:rPr>
              <a:t>更重要</a:t>
            </a:r>
            <a:endParaRPr lang="en-US" altLang="zh-CN" sz="1400" dirty="0"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Segoe UI" panose="020B0502040204020203" pitchFamily="34" charset="0"/>
              </a:rPr>
              <a:t>提高实验验证的命中率，减少资源浪费</a:t>
            </a:r>
            <a:endParaRPr lang="zh-CN" altLang="en-US" sz="1200" dirty="0">
              <a:latin typeface="Segoe UI" panose="020B0502040204020203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6BF0D9-6A2C-6094-2679-1B60ECECFA2E}"/>
              </a:ext>
            </a:extLst>
          </p:cNvPr>
          <p:cNvGrpSpPr/>
          <p:nvPr/>
        </p:nvGrpSpPr>
        <p:grpSpPr>
          <a:xfrm>
            <a:off x="6156102" y="4302894"/>
            <a:ext cx="1521861" cy="1741524"/>
            <a:chOff x="6156102" y="4302894"/>
            <a:chExt cx="1521861" cy="1741524"/>
          </a:xfrm>
        </p:grpSpPr>
        <p:sp>
          <p:nvSpPr>
            <p:cNvPr id="17" name="六边形 16">
              <a:extLst>
                <a:ext uri="{FF2B5EF4-FFF2-40B4-BE49-F238E27FC236}">
                  <a16:creationId xmlns:a16="http://schemas.microsoft.com/office/drawing/2014/main" id="{DF8730C2-C0E6-51B7-2E5C-DB5400540873}"/>
                </a:ext>
              </a:extLst>
            </p:cNvPr>
            <p:cNvSpPr/>
            <p:nvPr/>
          </p:nvSpPr>
          <p:spPr>
            <a:xfrm rot="16200000">
              <a:off x="6035997" y="44229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79020B5-E798-BF19-975C-05FCA1E955E4}"/>
                </a:ext>
              </a:extLst>
            </p:cNvPr>
            <p:cNvSpPr txBox="1"/>
            <p:nvPr/>
          </p:nvSpPr>
          <p:spPr>
            <a:xfrm>
              <a:off x="6176649" y="5061717"/>
              <a:ext cx="15013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启发式方法</a:t>
              </a:r>
            </a:p>
          </p:txBody>
        </p:sp>
      </p:grp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D01B793C-F369-3309-140E-7A275534F02C}"/>
              </a:ext>
            </a:extLst>
          </p:cNvPr>
          <p:cNvSpPr/>
          <p:nvPr/>
        </p:nvSpPr>
        <p:spPr>
          <a:xfrm flipH="1">
            <a:off x="0" y="4677149"/>
            <a:ext cx="4530512" cy="1004317"/>
          </a:xfrm>
          <a:custGeom>
            <a:avLst/>
            <a:gdLst>
              <a:gd name="connsiteX0" fmla="*/ 4530512 w 4530512"/>
              <a:gd name="connsiteY0" fmla="*/ 0 h 1004317"/>
              <a:gd name="connsiteX1" fmla="*/ 0 w 4530512"/>
              <a:gd name="connsiteY1" fmla="*/ 0 h 1004317"/>
              <a:gd name="connsiteX2" fmla="*/ 0 w 4530512"/>
              <a:gd name="connsiteY2" fmla="*/ 1004317 h 1004317"/>
              <a:gd name="connsiteX3" fmla="*/ 4530512 w 4530512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512" h="1004317">
                <a:moveTo>
                  <a:pt x="4530512" y="0"/>
                </a:moveTo>
                <a:lnTo>
                  <a:pt x="0" y="0"/>
                </a:lnTo>
                <a:lnTo>
                  <a:pt x="0" y="1004317"/>
                </a:lnTo>
                <a:lnTo>
                  <a:pt x="4530512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8BB4B2-9B61-1042-2514-BC8040D7D661}"/>
              </a:ext>
            </a:extLst>
          </p:cNvPr>
          <p:cNvSpPr txBox="1"/>
          <p:nvPr/>
        </p:nvSpPr>
        <p:spPr>
          <a:xfrm>
            <a:off x="0" y="4896286"/>
            <a:ext cx="4401831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1</a:t>
            </a:r>
            <a:r>
              <a:rPr lang="zh-CN" altLang="en-US" sz="1400" dirty="0">
                <a:latin typeface="Segoe UI" panose="020B0502040204020203" pitchFamily="34" charset="0"/>
              </a:rPr>
              <a:t>）使用 </a:t>
            </a:r>
            <a:r>
              <a:rPr lang="en-US" altLang="zh-CN" sz="1400" dirty="0">
                <a:latin typeface="Segoe UI" panose="020B0502040204020203" pitchFamily="34" charset="0"/>
              </a:rPr>
              <a:t>ESM-1b</a:t>
            </a:r>
            <a:r>
              <a:rPr lang="zh-CN" altLang="en-US" sz="1400" dirty="0">
                <a:latin typeface="Segoe UI" panose="020B0502040204020203" pitchFamily="34" charset="0"/>
              </a:rPr>
              <a:t> 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预训练</a:t>
            </a:r>
            <a:r>
              <a:rPr lang="zh-CN" altLang="en-US" sz="1400" dirty="0">
                <a:latin typeface="Segoe UI" panose="020B0502040204020203" pitchFamily="34" charset="0"/>
              </a:rPr>
              <a:t>蛋白语言模型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提取序列嵌入</a:t>
            </a:r>
            <a:endParaRPr lang="en-US" altLang="zh-CN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2</a:t>
            </a:r>
            <a:r>
              <a:rPr lang="zh-CN" altLang="en-US" sz="1400" dirty="0">
                <a:latin typeface="Segoe UI" panose="020B0502040204020203" pitchFamily="34" charset="0"/>
              </a:rPr>
              <a:t>）不依赖功能注释，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自主学习</a:t>
            </a:r>
            <a:r>
              <a:rPr lang="zh-CN" altLang="en-US" sz="1400" dirty="0">
                <a:latin typeface="Segoe UI" panose="020B0502040204020203" pitchFamily="34" charset="0"/>
              </a:rPr>
              <a:t>上下文和序列结构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EB62FFD-EA71-BA00-BC9A-9F9519F2622C}"/>
              </a:ext>
            </a:extLst>
          </p:cNvPr>
          <p:cNvGrpSpPr/>
          <p:nvPr/>
        </p:nvGrpSpPr>
        <p:grpSpPr>
          <a:xfrm>
            <a:off x="4518333" y="4302894"/>
            <a:ext cx="1514014" cy="1741524"/>
            <a:chOff x="4518333" y="4302894"/>
            <a:chExt cx="1514014" cy="1741524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DDAF36E8-25FA-58DF-A93C-B232004EF560}"/>
                </a:ext>
              </a:extLst>
            </p:cNvPr>
            <p:cNvSpPr/>
            <p:nvPr/>
          </p:nvSpPr>
          <p:spPr>
            <a:xfrm rot="16200000">
              <a:off x="4410928" y="44229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1D01AD1-72A2-F58E-E948-BD7B65F43181}"/>
                </a:ext>
              </a:extLst>
            </p:cNvPr>
            <p:cNvSpPr txBox="1"/>
            <p:nvPr/>
          </p:nvSpPr>
          <p:spPr>
            <a:xfrm>
              <a:off x="4518333" y="5061717"/>
              <a:ext cx="15013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预训练模型</a:t>
              </a:r>
            </a:p>
          </p:txBody>
        </p:sp>
      </p:grp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44578EA-16A6-E0D0-4891-A4272085FC0C}"/>
              </a:ext>
            </a:extLst>
          </p:cNvPr>
          <p:cNvSpPr/>
          <p:nvPr/>
        </p:nvSpPr>
        <p:spPr>
          <a:xfrm flipH="1">
            <a:off x="0" y="1751957"/>
            <a:ext cx="4567510" cy="1004317"/>
          </a:xfrm>
          <a:custGeom>
            <a:avLst/>
            <a:gdLst>
              <a:gd name="connsiteX0" fmla="*/ 4567510 w 4567510"/>
              <a:gd name="connsiteY0" fmla="*/ 0 h 1004317"/>
              <a:gd name="connsiteX1" fmla="*/ 0 w 4567510"/>
              <a:gd name="connsiteY1" fmla="*/ 0 h 1004317"/>
              <a:gd name="connsiteX2" fmla="*/ 0 w 4567510"/>
              <a:gd name="connsiteY2" fmla="*/ 1004317 h 1004317"/>
              <a:gd name="connsiteX3" fmla="*/ 4567510 w 4567510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510" h="1004317">
                <a:moveTo>
                  <a:pt x="4567510" y="0"/>
                </a:moveTo>
                <a:lnTo>
                  <a:pt x="0" y="0"/>
                </a:lnTo>
                <a:lnTo>
                  <a:pt x="0" y="1004317"/>
                </a:lnTo>
                <a:lnTo>
                  <a:pt x="4567510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22E77F1-1A41-C2FE-182A-AE2BF215BF22}"/>
              </a:ext>
            </a:extLst>
          </p:cNvPr>
          <p:cNvSpPr txBox="1"/>
          <p:nvPr/>
        </p:nvSpPr>
        <p:spPr>
          <a:xfrm>
            <a:off x="375919" y="1948745"/>
            <a:ext cx="4020462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1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去重</a:t>
            </a:r>
            <a:r>
              <a:rPr lang="zh-CN" altLang="en-US" sz="1400" dirty="0">
                <a:latin typeface="Segoe UI" panose="020B0502040204020203" pitchFamily="34" charset="0"/>
              </a:rPr>
              <a:t>合并</a:t>
            </a:r>
            <a:endParaRPr lang="en-US" altLang="zh-CN" sz="1400" dirty="0">
              <a:latin typeface="Segoe UI" panose="020B0502040204020203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2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zh-CN" altLang="en-US" sz="1400" dirty="0"/>
              <a:t>限制在氨基酸长度分布</a:t>
            </a:r>
            <a:endParaRPr lang="en-US" altLang="zh-CN" sz="1400" dirty="0">
              <a:latin typeface="Segoe UI" panose="020B0502040204020203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6BF64BA-CA37-7971-5CEF-2F8E94314364}"/>
              </a:ext>
            </a:extLst>
          </p:cNvPr>
          <p:cNvGrpSpPr/>
          <p:nvPr/>
        </p:nvGrpSpPr>
        <p:grpSpPr>
          <a:xfrm>
            <a:off x="4525584" y="1381894"/>
            <a:ext cx="1506763" cy="1741524"/>
            <a:chOff x="4525584" y="1381894"/>
            <a:chExt cx="1506763" cy="1741524"/>
          </a:xfrm>
        </p:grpSpPr>
        <p:sp>
          <p:nvSpPr>
            <p:cNvPr id="31" name="六边形 30">
              <a:extLst>
                <a:ext uri="{FF2B5EF4-FFF2-40B4-BE49-F238E27FC236}">
                  <a16:creationId xmlns:a16="http://schemas.microsoft.com/office/drawing/2014/main" id="{ED3FD035-544B-A76B-C04C-5AD709698661}"/>
                </a:ext>
              </a:extLst>
            </p:cNvPr>
            <p:cNvSpPr/>
            <p:nvPr/>
          </p:nvSpPr>
          <p:spPr>
            <a:xfrm rot="16200000">
              <a:off x="4410928" y="15019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0B19F8F-3AD7-8E9C-CDA8-8DEE3ED14240}"/>
                </a:ext>
              </a:extLst>
            </p:cNvPr>
            <p:cNvSpPr txBox="1"/>
            <p:nvPr/>
          </p:nvSpPr>
          <p:spPr>
            <a:xfrm>
              <a:off x="4525584" y="2135875"/>
              <a:ext cx="15013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数据清洗</a:t>
              </a:r>
            </a:p>
          </p:txBody>
        </p:sp>
      </p:grp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320EC18-97CA-2410-3597-100FA7970414}"/>
              </a:ext>
            </a:extLst>
          </p:cNvPr>
          <p:cNvSpPr/>
          <p:nvPr/>
        </p:nvSpPr>
        <p:spPr>
          <a:xfrm flipH="1">
            <a:off x="0" y="3207025"/>
            <a:ext cx="3780376" cy="1004317"/>
          </a:xfrm>
          <a:custGeom>
            <a:avLst/>
            <a:gdLst>
              <a:gd name="connsiteX0" fmla="*/ 3780376 w 3780376"/>
              <a:gd name="connsiteY0" fmla="*/ 0 h 1004317"/>
              <a:gd name="connsiteX1" fmla="*/ 0 w 3780376"/>
              <a:gd name="connsiteY1" fmla="*/ 0 h 1004317"/>
              <a:gd name="connsiteX2" fmla="*/ 0 w 3780376"/>
              <a:gd name="connsiteY2" fmla="*/ 1004317 h 1004317"/>
              <a:gd name="connsiteX3" fmla="*/ 3780376 w 3780376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0376" h="1004317">
                <a:moveTo>
                  <a:pt x="3780376" y="0"/>
                </a:moveTo>
                <a:lnTo>
                  <a:pt x="0" y="0"/>
                </a:lnTo>
                <a:lnTo>
                  <a:pt x="0" y="1004317"/>
                </a:lnTo>
                <a:lnTo>
                  <a:pt x="3780376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3F649C5-B855-329A-CE8C-AA9D03DFBD37}"/>
              </a:ext>
            </a:extLst>
          </p:cNvPr>
          <p:cNvSpPr txBox="1"/>
          <p:nvPr/>
        </p:nvSpPr>
        <p:spPr>
          <a:xfrm>
            <a:off x="65260" y="3393521"/>
            <a:ext cx="3598887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1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不平衡训练集</a:t>
            </a:r>
            <a:r>
              <a:rPr lang="zh-CN" altLang="en-US" sz="1400" dirty="0">
                <a:latin typeface="Segoe UI" panose="020B0502040204020203" pitchFamily="34" charset="0"/>
              </a:rPr>
              <a:t>：</a:t>
            </a:r>
            <a:r>
              <a:rPr lang="en-US" altLang="zh-CN" sz="1400" dirty="0">
                <a:latin typeface="Segoe UI" panose="020B0502040204020203" pitchFamily="34" charset="0"/>
              </a:rPr>
              <a:t>AMP :</a:t>
            </a:r>
            <a:r>
              <a:rPr lang="zh-CN" altLang="en-US" sz="1400" dirty="0">
                <a:latin typeface="Segoe UI" panose="020B0502040204020203" pitchFamily="34" charset="0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</a:rPr>
              <a:t>non-AMP = 1 : 10</a:t>
            </a: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2) </a:t>
            </a:r>
            <a:r>
              <a:rPr lang="zh-CN" altLang="en-US" sz="1400" dirty="0">
                <a:latin typeface="Segoe UI" panose="020B0502040204020203" pitchFamily="34" charset="0"/>
              </a:rPr>
              <a:t>平衡训练集：</a:t>
            </a:r>
            <a:r>
              <a:rPr lang="en-US" altLang="zh-CN" sz="1400" dirty="0">
                <a:latin typeface="Segoe UI" panose="020B0502040204020203" pitchFamily="34" charset="0"/>
              </a:rPr>
              <a:t> AMP :</a:t>
            </a:r>
            <a:r>
              <a:rPr lang="zh-CN" altLang="en-US" sz="1400" dirty="0">
                <a:latin typeface="Segoe UI" panose="020B0502040204020203" pitchFamily="34" charset="0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</a:rPr>
              <a:t>non-AMP = 1 : 1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453CC20-A74F-A169-410B-C14749DB1B0A}"/>
              </a:ext>
            </a:extLst>
          </p:cNvPr>
          <p:cNvGrpSpPr/>
          <p:nvPr/>
        </p:nvGrpSpPr>
        <p:grpSpPr>
          <a:xfrm>
            <a:off x="3754976" y="2842394"/>
            <a:ext cx="1540399" cy="1741524"/>
            <a:chOff x="3754976" y="2842394"/>
            <a:chExt cx="1540399" cy="1741524"/>
          </a:xfrm>
        </p:grpSpPr>
        <p:sp>
          <p:nvSpPr>
            <p:cNvPr id="38" name="六边形 37">
              <a:extLst>
                <a:ext uri="{FF2B5EF4-FFF2-40B4-BE49-F238E27FC236}">
                  <a16:creationId xmlns:a16="http://schemas.microsoft.com/office/drawing/2014/main" id="{59BB8160-4346-C33A-3020-6343D38339DF}"/>
                </a:ext>
              </a:extLst>
            </p:cNvPr>
            <p:cNvSpPr/>
            <p:nvPr/>
          </p:nvSpPr>
          <p:spPr>
            <a:xfrm rot="16200000">
              <a:off x="3634871" y="29624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0359EB8-32A2-2410-4B69-E4E43FDAD740}"/>
                </a:ext>
              </a:extLst>
            </p:cNvPr>
            <p:cNvSpPr txBox="1"/>
            <p:nvPr/>
          </p:nvSpPr>
          <p:spPr>
            <a:xfrm>
              <a:off x="3755792" y="3547409"/>
              <a:ext cx="15395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不平衡样本</a:t>
              </a:r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A5CD0BC-BCE9-F64F-EBFB-B70044E8803E}"/>
              </a:ext>
            </a:extLst>
          </p:cNvPr>
          <p:cNvSpPr/>
          <p:nvPr/>
        </p:nvSpPr>
        <p:spPr>
          <a:xfrm>
            <a:off x="8411624" y="3216649"/>
            <a:ext cx="3780376" cy="1004317"/>
          </a:xfrm>
          <a:custGeom>
            <a:avLst/>
            <a:gdLst>
              <a:gd name="connsiteX0" fmla="*/ 0 w 3780376"/>
              <a:gd name="connsiteY0" fmla="*/ 0 h 1004317"/>
              <a:gd name="connsiteX1" fmla="*/ 3780376 w 3780376"/>
              <a:gd name="connsiteY1" fmla="*/ 0 h 1004317"/>
              <a:gd name="connsiteX2" fmla="*/ 3780376 w 3780376"/>
              <a:gd name="connsiteY2" fmla="*/ 1004317 h 1004317"/>
              <a:gd name="connsiteX3" fmla="*/ 0 w 3780376"/>
              <a:gd name="connsiteY3" fmla="*/ 1004317 h 100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0376" h="1004317">
                <a:moveTo>
                  <a:pt x="0" y="0"/>
                </a:moveTo>
                <a:lnTo>
                  <a:pt x="3780376" y="0"/>
                </a:lnTo>
                <a:lnTo>
                  <a:pt x="3780376" y="1004317"/>
                </a:lnTo>
                <a:lnTo>
                  <a:pt x="0" y="100431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37C840A-C3F3-3261-D987-DD75D8E3B441}"/>
              </a:ext>
            </a:extLst>
          </p:cNvPr>
          <p:cNvSpPr txBox="1"/>
          <p:nvPr/>
        </p:nvSpPr>
        <p:spPr>
          <a:xfrm>
            <a:off x="8598737" y="3393520"/>
            <a:ext cx="2590063" cy="607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1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en-US" altLang="zh-CN" sz="1400" dirty="0">
                <a:latin typeface="Segoe UI" panose="020B0502040204020203" pitchFamily="34" charset="0"/>
              </a:rPr>
              <a:t>10</a:t>
            </a:r>
            <a:r>
              <a:rPr lang="zh-CN" altLang="en-US" sz="1400" dirty="0">
                <a:latin typeface="Segoe UI" panose="020B0502040204020203" pitchFamily="34" charset="0"/>
              </a:rPr>
              <a:t>折交叉验证</a:t>
            </a:r>
            <a:endParaRPr lang="en-US" altLang="zh-CN" sz="1400" dirty="0"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Segoe UI" panose="020B0502040204020203" pitchFamily="34" charset="0"/>
              </a:rPr>
              <a:t>2</a:t>
            </a:r>
            <a:r>
              <a:rPr lang="zh-CN" altLang="en-US" sz="1400" dirty="0">
                <a:latin typeface="Segoe UI" panose="020B0502040204020203" pitchFamily="34" charset="0"/>
              </a:rPr>
              <a:t>）</a:t>
            </a:r>
            <a:r>
              <a:rPr lang="en-US" altLang="zh-CN" sz="1400" dirty="0">
                <a:latin typeface="Segoe UI" panose="020B0502040204020203" pitchFamily="34" charset="0"/>
              </a:rPr>
              <a:t>F1 score</a:t>
            </a:r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</a:rPr>
              <a:t>平衡</a:t>
            </a:r>
            <a:r>
              <a:rPr lang="zh-CN" altLang="en-US" sz="1400" dirty="0">
                <a:latin typeface="Segoe UI" panose="020B0502040204020203" pitchFamily="34" charset="0"/>
              </a:rPr>
              <a:t>召回率和精度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03E7512-7FA1-AFA8-52C5-05E5CA5ACD30}"/>
              </a:ext>
            </a:extLst>
          </p:cNvPr>
          <p:cNvGrpSpPr/>
          <p:nvPr/>
        </p:nvGrpSpPr>
        <p:grpSpPr>
          <a:xfrm>
            <a:off x="6935710" y="2842394"/>
            <a:ext cx="1501314" cy="1741524"/>
            <a:chOff x="6935710" y="2842394"/>
            <a:chExt cx="1501314" cy="1741524"/>
          </a:xfrm>
        </p:grpSpPr>
        <p:sp>
          <p:nvSpPr>
            <p:cNvPr id="45" name="六边形 44">
              <a:extLst>
                <a:ext uri="{FF2B5EF4-FFF2-40B4-BE49-F238E27FC236}">
                  <a16:creationId xmlns:a16="http://schemas.microsoft.com/office/drawing/2014/main" id="{4B2ADA59-9FC5-D26E-190A-8F76912D80A2}"/>
                </a:ext>
              </a:extLst>
            </p:cNvPr>
            <p:cNvSpPr/>
            <p:nvPr/>
          </p:nvSpPr>
          <p:spPr>
            <a:xfrm rot="16200000">
              <a:off x="6815605" y="2962499"/>
              <a:ext cx="1741524" cy="150131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BF60332-C0F7-E93D-692D-074AC3FDCBC5}"/>
                </a:ext>
              </a:extLst>
            </p:cNvPr>
            <p:cNvSpPr txBox="1"/>
            <p:nvPr/>
          </p:nvSpPr>
          <p:spPr>
            <a:xfrm>
              <a:off x="6935710" y="3584190"/>
              <a:ext cx="15013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Segoe UI" panose="020B0502040204020203" pitchFamily="34" charset="0"/>
                  <a:ea typeface="+mj-ea"/>
                </a:rPr>
                <a:t>模型评价</a:t>
              </a:r>
            </a:p>
          </p:txBody>
        </p:sp>
      </p:grpSp>
      <p:sp>
        <p:nvSpPr>
          <p:cNvPr id="49" name="六边形 48">
            <a:extLst>
              <a:ext uri="{FF2B5EF4-FFF2-40B4-BE49-F238E27FC236}">
                <a16:creationId xmlns:a16="http://schemas.microsoft.com/office/drawing/2014/main" id="{8CDEF5C2-3D73-BADA-BC2B-2E84E5D52131}"/>
              </a:ext>
            </a:extLst>
          </p:cNvPr>
          <p:cNvSpPr/>
          <p:nvPr/>
        </p:nvSpPr>
        <p:spPr>
          <a:xfrm rot="16200000">
            <a:off x="5223462" y="2962499"/>
            <a:ext cx="1741524" cy="1501314"/>
          </a:xfrm>
          <a:prstGeom prst="hexagon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882746A-F87A-BE15-0C5A-04DF6FE58ABF}"/>
              </a:ext>
            </a:extLst>
          </p:cNvPr>
          <p:cNvSpPr txBox="1"/>
          <p:nvPr/>
        </p:nvSpPr>
        <p:spPr>
          <a:xfrm>
            <a:off x="5343567" y="3774569"/>
            <a:ext cx="15013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+mj-ea"/>
              </a:rPr>
              <a:t>准确</a:t>
            </a:r>
            <a:r>
              <a:rPr lang="en-US" altLang="zh-CN" sz="2000" b="1" dirty="0">
                <a:solidFill>
                  <a:schemeClr val="bg1"/>
                </a:solidFill>
                <a:latin typeface="Segoe UI" panose="020B0502040204020203" pitchFamily="34" charset="0"/>
                <a:ea typeface="+mj-ea"/>
              </a:rPr>
              <a:t>&amp;</a:t>
            </a:r>
            <a:r>
              <a:rPr lang="zh-CN" alt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+mj-ea"/>
              </a:rPr>
              <a:t>泛化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2EEADC6-8457-F37A-2224-B5F6A5D58376}"/>
              </a:ext>
            </a:extLst>
          </p:cNvPr>
          <p:cNvSpPr txBox="1"/>
          <p:nvPr/>
        </p:nvSpPr>
        <p:spPr>
          <a:xfrm>
            <a:off x="5343567" y="3393521"/>
            <a:ext cx="15013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+mj-ea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5882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4" grpId="0" animBg="1"/>
      <p:bldP spid="15" grpId="0"/>
      <p:bldP spid="21" grpId="0" animBg="1"/>
      <p:bldP spid="22" grpId="0"/>
      <p:bldP spid="28" grpId="0" animBg="1"/>
      <p:bldP spid="29" grpId="0"/>
      <p:bldP spid="35" grpId="0" animBg="1"/>
      <p:bldP spid="36" grpId="0"/>
      <p:bldP spid="42" grpId="0" animBg="1"/>
      <p:bldP spid="43" grpId="0"/>
      <p:bldP spid="49" grpId="0" animBg="1"/>
      <p:bldP spid="50" grpId="0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AEF16-B492-D301-39A9-930AD65F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训练结果与模型评价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17491F-EBD8-BBC3-8E07-455D75962142}"/>
              </a:ext>
            </a:extLst>
          </p:cNvPr>
          <p:cNvSpPr txBox="1"/>
          <p:nvPr/>
        </p:nvSpPr>
        <p:spPr>
          <a:xfrm>
            <a:off x="381368" y="975729"/>
            <a:ext cx="937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模型互补性：不同模型之间的预测输出没有明显的相关性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41FDD9-C334-B9A7-85D7-3220DAEFD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84" y="1562114"/>
            <a:ext cx="3002090" cy="21046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55DA09-CA41-F4F1-96CD-716A76AB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69" y="1562115"/>
            <a:ext cx="2971703" cy="21046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688EE59-80A5-1DE6-F05E-69A7132E3411}"/>
              </a:ext>
            </a:extLst>
          </p:cNvPr>
          <p:cNvSpPr txBox="1"/>
          <p:nvPr/>
        </p:nvSpPr>
        <p:spPr>
          <a:xfrm>
            <a:off x="7154024" y="1819656"/>
            <a:ext cx="4681728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少于 </a:t>
            </a:r>
            <a:r>
              <a:rPr lang="en-US" altLang="zh-CN" dirty="0"/>
              <a:t>0.3% </a:t>
            </a:r>
            <a:r>
              <a:rPr lang="zh-CN" altLang="en-US" dirty="0"/>
              <a:t>的模型对之间的预测向量在 </a:t>
            </a:r>
            <a:r>
              <a:rPr lang="en-US" altLang="zh-CN" dirty="0"/>
              <a:t>FP/TP </a:t>
            </a:r>
            <a:r>
              <a:rPr lang="zh-CN" altLang="en-US" dirty="0"/>
              <a:t>上相关性显著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各个模型有高度</a:t>
            </a:r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</a:rPr>
              <a:t>预测多样性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多模型融合具有理论合理性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B4B7E9-0842-BC5E-89C5-15F292C19A2F}"/>
              </a:ext>
            </a:extLst>
          </p:cNvPr>
          <p:cNvSpPr txBox="1"/>
          <p:nvPr/>
        </p:nvSpPr>
        <p:spPr>
          <a:xfrm>
            <a:off x="381368" y="3745021"/>
            <a:ext cx="6330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模型组合：</a:t>
            </a:r>
            <a:r>
              <a:rPr lang="de-DE" altLang="zh-CN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ATT + LSTM + BERT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组合最优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AEE3425-B94D-2919-C104-C736AE422A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328" y="4134615"/>
            <a:ext cx="2892546" cy="21767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6EF0AAA-C476-748D-939E-D4D7FB482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68" y="4206686"/>
            <a:ext cx="3041193" cy="210463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D32431A-58A5-00CD-0A03-66347330EEC9}"/>
              </a:ext>
            </a:extLst>
          </p:cNvPr>
          <p:cNvSpPr txBox="1"/>
          <p:nvPr/>
        </p:nvSpPr>
        <p:spPr>
          <a:xfrm>
            <a:off x="381368" y="6311316"/>
            <a:ext cx="7199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effectLst/>
              </a:rPr>
              <a:t>     不同</a:t>
            </a:r>
            <a:r>
              <a:rPr lang="de-DE" altLang="zh-CN" sz="1400" dirty="0">
                <a:effectLst/>
              </a:rPr>
              <a:t>NLP</a:t>
            </a:r>
            <a:r>
              <a:rPr lang="zh-CN" altLang="en-US" sz="1400" dirty="0">
                <a:effectLst/>
              </a:rPr>
              <a:t>模型组合的</a:t>
            </a:r>
            <a:r>
              <a:rPr lang="de-DE" altLang="zh-CN" sz="1400" dirty="0">
                <a:effectLst/>
              </a:rPr>
              <a:t>AUPRC</a:t>
            </a:r>
            <a:r>
              <a:rPr lang="zh-CN" altLang="en-US" sz="1400" dirty="0">
                <a:effectLst/>
              </a:rPr>
              <a:t>值</a:t>
            </a:r>
            <a:r>
              <a:rPr lang="en-US" altLang="zh-CN" sz="1400" dirty="0">
                <a:effectLst/>
              </a:rPr>
              <a:t>	          </a:t>
            </a:r>
            <a:r>
              <a:rPr lang="zh-CN" altLang="en-US" sz="1400" dirty="0">
                <a:effectLst/>
              </a:rPr>
              <a:t>用于比较的代表性非</a:t>
            </a:r>
            <a:r>
              <a:rPr lang="de-DE" altLang="zh-CN" sz="1400" dirty="0">
                <a:effectLst/>
              </a:rPr>
              <a:t>NLP</a:t>
            </a:r>
            <a:r>
              <a:rPr lang="zh-CN" altLang="en-US" sz="1400" dirty="0">
                <a:effectLst/>
              </a:rPr>
              <a:t>方法的</a:t>
            </a:r>
            <a:r>
              <a:rPr lang="de-DE" altLang="zh-CN" sz="1400" dirty="0">
                <a:effectLst/>
              </a:rPr>
              <a:t>AUPRC</a:t>
            </a:r>
            <a:r>
              <a:rPr lang="zh-CN" altLang="en-US" sz="1400" dirty="0">
                <a:effectLst/>
              </a:rPr>
              <a:t>值</a:t>
            </a:r>
          </a:p>
          <a:p>
            <a:endParaRPr lang="zh-CN" altLang="en-US" dirty="0">
              <a:effectLst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FD651A-2F3D-5DF8-320D-51B7218D7868}"/>
              </a:ext>
            </a:extLst>
          </p:cNvPr>
          <p:cNvSpPr txBox="1"/>
          <p:nvPr/>
        </p:nvSpPr>
        <p:spPr>
          <a:xfrm>
            <a:off x="7154024" y="4367545"/>
            <a:ext cx="4681728" cy="1289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根据</a:t>
            </a:r>
            <a:r>
              <a:rPr lang="en-US" altLang="zh-CN" dirty="0"/>
              <a:t>AUPRC</a:t>
            </a:r>
            <a:r>
              <a:rPr lang="zh-CN" altLang="en-US" dirty="0"/>
              <a:t>值大小评价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远优于非</a:t>
            </a:r>
            <a:r>
              <a:rPr lang="en-US" altLang="zh-CN" dirty="0"/>
              <a:t>NLP</a:t>
            </a:r>
            <a:r>
              <a:rPr lang="zh-CN" altLang="en-US" dirty="0"/>
              <a:t>方法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多模型融合实践更有效</a:t>
            </a:r>
          </a:p>
        </p:txBody>
      </p:sp>
    </p:spTree>
    <p:extLst>
      <p:ext uri="{BB962C8B-B14F-4D97-AF65-F5344CB8AC3E}">
        <p14:creationId xmlns:p14="http://schemas.microsoft.com/office/powerpoint/2010/main" val="146448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CF294-5166-DF22-0679-284051F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对比现有</a:t>
            </a:r>
            <a:r>
              <a:rPr lang="en-US" altLang="zh-CN" dirty="0"/>
              <a:t>AMP</a:t>
            </a:r>
            <a:r>
              <a:rPr lang="zh-CN" altLang="en-US" dirty="0"/>
              <a:t>预测工具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31FA20-5E63-B974-586C-8962626A3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711" y="1179571"/>
            <a:ext cx="9052578" cy="513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7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ED7D1-5B32-57A5-6159-A4C4690C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</a:t>
            </a:r>
            <a:r>
              <a:rPr lang="en-US" altLang="zh-CN" dirty="0"/>
              <a:t>LSTM</a:t>
            </a:r>
            <a:r>
              <a:rPr lang="zh-CN" altLang="en-US" dirty="0"/>
              <a:t>、</a:t>
            </a:r>
            <a:r>
              <a:rPr lang="en-US" altLang="zh-CN" dirty="0"/>
              <a:t>ATT</a:t>
            </a:r>
            <a:r>
              <a:rPr lang="zh-CN" altLang="en-US" dirty="0"/>
              <a:t>和</a:t>
            </a:r>
            <a:r>
              <a:rPr lang="en-US" altLang="zh-CN" dirty="0"/>
              <a:t>BERT</a:t>
            </a:r>
            <a:r>
              <a:rPr lang="zh-CN" altLang="en-US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3D7AE4-6F85-DECE-0251-7E49EA6A2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00" y="1335727"/>
            <a:ext cx="3338607" cy="23113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1330D26-BFF2-24BD-1CBE-B9482335784E}"/>
              </a:ext>
            </a:extLst>
          </p:cNvPr>
          <p:cNvSpPr txBox="1"/>
          <p:nvPr/>
        </p:nvSpPr>
        <p:spPr>
          <a:xfrm>
            <a:off x="7988231" y="3647070"/>
            <a:ext cx="76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BERT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FC5E65-70E6-B43B-90AA-33C0AA6FE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78" y="4173236"/>
            <a:ext cx="4104904" cy="23167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DF7E62-53D2-750C-750A-6D04EDE59489}"/>
              </a:ext>
            </a:extLst>
          </p:cNvPr>
          <p:cNvSpPr txBox="1"/>
          <p:nvPr/>
        </p:nvSpPr>
        <p:spPr>
          <a:xfrm>
            <a:off x="1474421" y="6490002"/>
            <a:ext cx="214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Self-ATT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96D266-FB2B-37F7-4978-87DFC8F47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128" y="1170224"/>
            <a:ext cx="5077534" cy="247684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49A5B66-5D3A-8D89-BC1F-E9E64C79A3DD}"/>
              </a:ext>
            </a:extLst>
          </p:cNvPr>
          <p:cNvSpPr txBox="1"/>
          <p:nvPr/>
        </p:nvSpPr>
        <p:spPr>
          <a:xfrm>
            <a:off x="1675777" y="3725487"/>
            <a:ext cx="174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LSTM block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8607243-3587-EF01-583C-4D28F1D78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919" y="4278959"/>
            <a:ext cx="5115639" cy="210531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A3EB105-CF8B-DA1E-665D-A3C5AC9ED62A}"/>
              </a:ext>
            </a:extLst>
          </p:cNvPr>
          <p:cNvSpPr txBox="1"/>
          <p:nvPr/>
        </p:nvSpPr>
        <p:spPr>
          <a:xfrm>
            <a:off x="6900802" y="6490002"/>
            <a:ext cx="293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文中使用的多个模型结构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726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EC1073-6D66-4917-8B78-ACB15DC9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256" y="2163429"/>
            <a:ext cx="5428344" cy="1060855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Thank you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326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font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演示文稿1" id="{58207EA5-DF65-41EA-AC31-C4A3CCF3DB63}" vid="{ECDA9F49-FF6D-42F4-A480-1F82BD0E4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4636</TotalTime>
  <Words>656</Words>
  <Application>Microsoft Office PowerPoint</Application>
  <PresentationFormat>宽屏</PresentationFormat>
  <Paragraphs>95</Paragraphs>
  <Slides>10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Segoe UI</vt:lpstr>
      <vt:lpstr>自定义设计方案</vt:lpstr>
      <vt:lpstr>Unified pipeline  based on NLP models </vt:lpstr>
      <vt:lpstr>动因和目的</vt:lpstr>
      <vt:lpstr>动因和目的</vt:lpstr>
      <vt:lpstr>深度学习框架——模型结构</vt:lpstr>
      <vt:lpstr>深度学习框架——数据集</vt:lpstr>
      <vt:lpstr>深度学习框架——训练策略</vt:lpstr>
      <vt:lpstr>训练结果与模型评价</vt:lpstr>
      <vt:lpstr>对比现有AMP预测工具</vt:lpstr>
      <vt:lpstr>附录：LSTM、ATT和BERT结构</vt:lpstr>
      <vt:lpstr>Thank you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Xiao Ming</cp:lastModifiedBy>
  <cp:revision>278</cp:revision>
  <cp:lastPrinted>2017-10-17T16:00:00Z</cp:lastPrinted>
  <dcterms:created xsi:type="dcterms:W3CDTF">2017-10-17T16:00:00Z</dcterms:created>
  <dcterms:modified xsi:type="dcterms:W3CDTF">2025-05-18T12:03:05Z</dcterms:modified>
  <cp:category>work report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